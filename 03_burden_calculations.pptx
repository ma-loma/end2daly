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Deutschland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  <a:p>
            <a:pPr lvl="0" indent="0" marL="0">
              <a:buNone/>
            </a:pPr>
            <a:r>
              <a:rPr/>
              <a:t>In Figure 1 all ERFs are on display.</a:t>
            </a:r>
          </a:p>
        </p:txBody>
      </p:sp>
      <p:pic>
        <p:nvPicPr>
          <p:cNvPr descr="03_burden_calculations_files/figure-pptx/fig-plotERF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Overview of all imported ERF.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"/>
                <a:gridCol w="558800"/>
                <a:gridCol w="838200"/>
                <a:gridCol w="1079500"/>
                <a:gridCol w="749300"/>
                <a:gridCol w="977900"/>
                <a:gridCol w="46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132400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1882700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935700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Altergruppen verwenden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offensichtlich für die verschiedenen Endpunkte nur jeweils für eine Sub-Population (“children” vs. “adults”) gelten sollen, werden hier entsprechend sowohl die Bevölkerungs- als auch die Belastetenzahlen mithilfe der Alters-Fraktionen der jeweiligen Gemeinde berechnet. Dieses Vorgehen muss noch kritisch hinterfragt werden! So wäre zu klären, ob nicht zumindest manche Endpunkte auch eine größere Bevölkerung in Risiko setzen.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"/>
                <a:gridCol w="558800"/>
                <a:gridCol w="838200"/>
                <a:gridCol w="1066800"/>
                <a:gridCol w="736600"/>
                <a:gridCol w="977900"/>
                <a:gridCol w="508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429089.82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1503237.99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68979.51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5288.78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4011.66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6256970.39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3975933.69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110516.80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109515.14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1571525.52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781046.60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9 × 3
  outcome                source metric
  &lt;chr&gt;                  &lt;chr&gt;  &lt;chr&gt; 
1 High noise annoyance   road   lden  
2 Reading Comprehension  road   lden  
3 High sleep disturbance road   lnight
4 High noise annoyance   air    lden  
5 Reading Comprehension  air    lden  
6 High sleep disturbance air    lnight
7 High noise annoyance   rail   lden  
8 Reading Comprehension  rail   lden  
9 High sleep disturbance rail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rail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8 × 3
  outcome                source   metric
  &lt;chr&gt;                  &lt;chr&gt;    &lt;chr&gt; 
1 High noise annoyance   road     lden  
2 Reading Comprehension  road     lden  
3 High sleep disturbance road     lnight
4 High noise annoyance   air      lden  
5 Reading Comprehension  air      lden  
6 High sleep disturbance air      lnight
7 High noise annoyance   industry lden  
8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03_burden_calculations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03_burden_calculations_files/figure-pptx/fig-ballubgsraeum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3_burden_calculations_files/figure-pptx/plotKAGZRM_burd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3 × 2
  outcome                  DALY
  &lt;chr&gt;                   &lt;dbl&gt;
1 High noise annoyance   23537.
2 High sleep disturbance  6233.
3 Reading Comprehension   1124.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Deutschland</dc:title>
  <dc:creator>Matthias Lochmann</dc:creator>
  <cp:keywords/>
  <dcterms:created xsi:type="dcterms:W3CDTF">2026-06-01T09:20:10Z</dcterms:created>
  <dcterms:modified xsi:type="dcterms:W3CDTF">2026-06-01T09:20:10Z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