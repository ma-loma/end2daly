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15641306" TargetMode="External" /><Relationship Id="rId3" Type="http://schemas.openxmlformats.org/officeDocument/2006/relationships/hyperlink" Target="https://doi.org/10.5281/ZENODO.14892796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Lärmexpositionsdaten</a:t>
            </a:r>
          </a:p>
          <a:p>
            <a:pPr lvl="0"/>
            <a:r>
              <a:rPr/>
              <a:t>hessischen Daten des HLNUG</a:t>
            </a:r>
          </a:p>
          <a:p>
            <a:pPr lvl="0"/>
            <a:r>
              <a:rPr/>
              <a:t>Landesdaten anderer Landesämter</a:t>
            </a:r>
          </a:p>
          <a:p>
            <a:pPr lvl="0"/>
            <a:r>
              <a:rPr/>
              <a:t>gesamteuropäischen Lärmexpositionsdaten aus EIONET</a:t>
            </a:r>
          </a:p>
          <a:p>
            <a:pPr lvl="0" indent="0" marL="0">
              <a:buNone/>
            </a:pPr>
            <a:r>
              <a:rPr/>
              <a:t>sowie</a:t>
            </a:r>
          </a:p>
          <a:p>
            <a:pPr lvl="0"/>
            <a:r>
              <a:rPr/>
              <a:t>Expositions-Wirkungsfunktionen sowie “Baseline-health data” aus (Engelmann, Guàrdia, et al. 2025) und (Engelmann, Jiang, et al. 2025)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  <a:p>
            <a:pPr lvl="0" indent="0" marL="0">
              <a:buNone/>
            </a:pPr>
            <a:r>
              <a:rPr/>
              <a:t>In Figure 1 all ERFs are on display.</a:t>
            </a:r>
          </a:p>
        </p:txBody>
      </p:sp>
      <p:pic>
        <p:nvPicPr>
          <p:cNvPr descr="03_burden_calculations_files/figure-pptx/fig-plotERF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Overview of all imported ERF.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5000"/>
                <a:gridCol w="635000"/>
                <a:gridCol w="635000"/>
                <a:gridCol w="635000"/>
                <a:gridCol w="635000"/>
                <a:gridCol w="635000"/>
                <a:gridCol w="635000"/>
                <a:gridCol w="6350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noise_source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data_source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mapping_extend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bhd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0.0012770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0.0012770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400378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400378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400378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400378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400378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87759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0.0012770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13534300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13534300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13534300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13534300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0.0012770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13534300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9049700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2459600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2459600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0.2069215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2459600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0.0115708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2459600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0.0059261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1879600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32100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Altergruppen verwenden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offensichtlich für die verschiedenen Endpunkte nur jeweils für eine Sub-Population (“children” vs. “adults”) gelten sollen, werden hier entsprechend sowohl die Bevölkerungs- als auch die Belastetenzahlen mithilfe der Alters-Fraktionen der jeweiligen Gemeinde berechnet. Dieses Vorgehen muss noch kritisch hinterfragt werden! So wäre zu klären, ob nicht zumindest manche Endpunkte auch eine größere Bevölkerung in Risiko setzen.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23900"/>
                <a:gridCol w="723900"/>
                <a:gridCol w="723900"/>
                <a:gridCol w="723900"/>
                <a:gridCol w="723900"/>
                <a:gridCol w="723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noise_source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data_source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mapping_extend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population_type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574373.50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429089.82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2428670.95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1503237.99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334203.14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334203.14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334203.14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334203.14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39551.32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73254.11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5288.78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4011.66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8670894.36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6256970.39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396324.60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46903.09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110516.80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380882.29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children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45075.57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109515.14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2113007.76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1571525.52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76877.62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different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adults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26794.48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Here, we filter the overall exposure data to use only the exposure data provided by EEA and calculate then the health impact: all endpoints as absolute risk and all endpoints relative risk.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road         lden   High noise annoy… EEA         different sou… inside agglo…
# A tibble: 1 × 8
  noise_source metric outcome     data_source mapping_extend agglomeration     n
  &lt;chr&gt;        &lt;chr&gt;  &lt;chr&gt;       &lt;chr&gt;       &lt;chr&gt;          &lt;chr&gt;         &lt;int&gt;
1 road         lden   High noise…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lnight High sleep distu… EEA         different sou… inside agglo…
# A tibble: 1 × 8
  noise_source metric outcome     data_source mapping_extend agglomeration     n
  &lt;chr&gt;        &lt;chr&gt;  &lt;chr&gt;       &lt;chr&gt;       &lt;chr&gt;          &lt;chr&gt;         &lt;int&gt;
1 road         lnight High sleep…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High noise annoy… EEA         major sources  inside agglo…
# A tibble: 1 × 8
  noise_source metric outcome     data_source mapping_extend agglomeration     n
  &lt;chr&gt;        &lt;chr&gt;  &lt;chr&gt;       &lt;chr&gt;       &lt;chr&gt;          &lt;chr&gt;         &lt;int&gt;
1 road         lden   High noise…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lnight High sleep distu… EEA         major sources  inside agglo…
# A tibble: 1 × 8
  noise_source metric outcome     data_source mapping_extend agglomeration     n
  &lt;chr&gt;        &lt;chr&gt;  &lt;chr&gt;       &lt;chr&gt;       &lt;chr&gt;          &lt;chr&gt;         &lt;int&gt;
1 road         lnight High sleep…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High noise annoy… EEA         different sou… inside agglo…
# A tibble: 1 × 8
  noise_source metric outcome     data_source mapping_extend agglomeration     n
  &lt;chr&gt;        &lt;chr&gt;  &lt;chr&gt;       &lt;chr&gt;       &lt;chr&gt;          &lt;chr&gt;         &lt;int&gt;
1 air          lden   High noise…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Reading Comprehe… EEA         different sou… inside agglo…
# A tibble: 1 × 8
  noise_source metric outcome     data_source mapping_extend agglomeration     n
  &lt;chr&gt;        &lt;chr&gt;  &lt;chr&gt;       &lt;chr&gt;       &lt;chr&gt;          &lt;chr&gt;         &lt;int&gt;
1 air          lden   Reading Co…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lnight High sleep distu… EEA         different sou… inside agglo…
# A tibble: 1 × 8
  noise_source metric outcome     data_source mapping_extend agglomeration     n
  &lt;chr&gt;        &lt;chr&gt;  &lt;chr&gt;       &lt;chr&gt;       &lt;chr&gt;          &lt;chr&gt;         &lt;int&gt;
1 air          lnight High sleep…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High noise annoy… EEA         major sources  inside agglo…
# A tibble: 1 × 8
  noise_source metric outcome     data_source mapping_extend agglomeration     n
  &lt;chr&gt;        &lt;chr&gt;  &lt;chr&gt;       &lt;chr&gt;       &lt;chr&gt;          &lt;chr&gt;         &lt;int&gt;
1 air          lden   High noise…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Reading Comprehe… EEA         major sources  inside agglo…
# A tibble: 1 × 8
  noise_source metric outcome     data_source mapping_extend agglomeration     n
  &lt;chr&gt;        &lt;chr&gt;  &lt;chr&gt;       &lt;chr&gt;       &lt;chr&gt;          &lt;chr&gt;         &lt;int&gt;
1 air          lden   Reading Co…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lnight High sleep distu… EEA         major sources  inside agglo…
# A tibble: 1 × 8
  noise_source metric outcome     data_source mapping_extend agglomeration     n
  &lt;chr&gt;        &lt;chr&gt;  &lt;chr&gt;       &lt;chr&gt;       &lt;chr&gt;          &lt;chr&gt;         &lt;int&gt;
1 air          lnight High sleep…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High noise annoy… EEA         different sou… inside agglo…
# A tibble: 1 × 8
  noise_source metric outcome     data_source mapping_extend agglomeration     n
  &lt;chr&gt;        &lt;chr&gt;  &lt;chr&gt;       &lt;chr&gt;       &lt;chr&gt;          &lt;chr&gt;         &lt;int&gt;
1 rail         lden   High noise…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lnight High sleep distu… EEA         different sou… inside agglo…
# A tibble: 1 × 8
  noise_source metric outcome     data_source mapping_extend agglomeration     n
  &lt;chr&gt;        &lt;chr&gt;  &lt;chr&gt;       &lt;chr&gt;       &lt;chr&gt;          &lt;chr&gt;         &lt;int&gt;
1 rail         lnight High sleep…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High noise annoy… EEA         major sources  inside agglo…
# A tibble: 1 × 8
  noise_source metric outcome     data_source mapping_extend agglomeration     n
  &lt;chr&gt;        &lt;chr&gt;  &lt;chr&gt;       &lt;chr&gt;       &lt;chr&gt;          &lt;chr&gt;         &lt;int&gt;
1 rail         lden   High noise…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lnight High sleep distu… EEA         major sources  inside agglo…
# A tibble: 1 × 8
  noise_source metric outcome     data_source mapping_extend agglomeration     n
  &lt;chr&gt;        &lt;chr&gt;  &lt;chr&gt;       &lt;chr&gt;       &lt;chr&gt;          &lt;chr&gt;         &lt;int&gt;
1 rail         lnight High sleep…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industry     lden   High noise annoy… EEA         different sou… inside agglo…
# A tibble: 1 × 8
  noise_source metric outcome     data_source mapping_extend agglomeration     n
  &lt;chr&gt;        &lt;chr&gt;  &lt;chr&gt;       &lt;chr&gt;       &lt;chr&gt;          &lt;chr&gt;         &lt;int&gt;
1 industry     lden   High noise…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industry     lnight High sleep distu… EEA         different sou… inside agglo…
# A tibble: 1 × 8
  noise_source metric outcome     data_source mapping_extend agglomeration     n
  &lt;chr&gt;        &lt;chr&gt;  &lt;chr&gt;       &lt;chr&gt;       &lt;chr&gt;          &lt;chr&gt;         &lt;int&gt;
1 industry     lnight High sleep…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High noise annoy… EEA         major sources  outside aggl…
# A tibble: 1 × 8
  noise_source metric outcome     data_source mapping_extend agglomeration     n
  &lt;chr&gt;        &lt;chr&gt;  &lt;chr&gt;       &lt;chr&gt;       &lt;chr&gt;          &lt;chr&gt;         &lt;int&gt;
1 road         lden   High noise… EEA         major sources  outside aggl…     5
# ℹ 1 more variable: expon &lt;dbl&gt;
# A tibble: 1 × 6
  noise_source metric outcome           data_source mapping_extend agglomeration
  &lt;chr&gt;        &lt;chr&gt;  &lt;chr&gt;             &lt;chr&gt;       &lt;chr&gt;          &lt;chr&gt;        
1 road         lnight High sleep distu… EEA         major sources  outside aggl…
# A tibble: 1 × 8
  noise_source metric outcome     data_source mapping_extend agglomeration     n
  &lt;chr&gt;        &lt;chr&gt;  &lt;chr&gt;       &lt;chr&gt;       &lt;chr&gt;          &lt;chr&gt;         &lt;int&gt;
1 road         lnight High sleep… EEA         major sources  outside aggl…     5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High noise annoy… EEA         major sources  outside aggl…
# A tibble: 1 × 8
  noise_source metric outcome     data_source mapping_extend agglomeration     n
  &lt;chr&gt;        &lt;chr&gt;  &lt;chr&gt;       &lt;chr&gt;       &lt;chr&gt;          &lt;chr&gt;         &lt;int&gt;
1 rail         lden   High noise… EEA         major sources  outside aggl…     5
# ℹ 1 more variable: expon &lt;dbl&gt;
# A tibble: 1 × 6
  noise_source metric outcome           data_source mapping_extend agglomeration
  &lt;chr&gt;        &lt;chr&gt;  &lt;chr&gt;             &lt;chr&gt;       &lt;chr&gt;          &lt;chr&gt;        
1 rail         lnight High sleep distu… EEA         major sources  outside aggl…
# A tibble: 1 × 8
  noise_source metric outcome     data_source mapping_extend agglomeration     n
  &lt;chr&gt;        &lt;chr&gt;  &lt;chr&gt;       &lt;chr&gt;       &lt;chr&gt;          &lt;chr&gt;         &lt;int&gt;
1 rail         lnight High sleep… EEA         major sources  outside aggl…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road         lden   All-cause mortal… EEA         different sou… inside agglo…
# A tibble: 1 × 8
  noise_source metric outcome     data_source mapping_extend agglomeration     n
  &lt;chr&gt;        &lt;chr&gt;  &lt;chr&gt;       &lt;chr&gt;       &lt;chr&gt;          &lt;chr&gt;         &lt;int&gt;
1 road         lden   All-cause 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Cardiovascular d… EEA         different sou… inside agglo…
# A tibble: 1 × 8
  noise_source metric outcome     data_source mapping_extend agglomeration     n
  &lt;chr&gt;        &lt;chr&gt;  &lt;chr&gt;       &lt;chr&gt;       &lt;chr&gt;          &lt;chr&gt;         &lt;int&gt;
1 road         lden   Cardiovasc… EEA         different sou… inside agglo…   360
# ℹ 1 more variable: expon &lt;dbl&gt;
# A tibble: 1 × 6
  noise_source metric outcome data_source mapping_extend    agglomeration       
  &lt;chr&gt;        &lt;chr&gt;  &lt;chr&gt;   &lt;chr&gt;       &lt;chr&gt;             &lt;chr&gt;               
1 road         lden   IHD     EEA         different sources inside agglomeratio…
# A tibble: 1 × 8
  noise_source metric outcome data_source mapping_extend    agglomeration      n
  &lt;chr&gt;        &lt;chr&gt;  &lt;chr&gt;   &lt;chr&gt;       &lt;chr&gt;             &lt;chr&gt;          &lt;int&gt;
1 road         lden   IHD     EEA         different sources inside agglom…   360
# ℹ 1 more variable: expon &lt;dbl&gt;
# A tibble: 1 × 6
  noise_source metric outcome  data_source mapping_extend    agglomeration      
  &lt;chr&gt;        &lt;chr&gt;  &lt;chr&gt;    &lt;chr&gt;       &lt;chr&gt;             &lt;chr&gt;              
1 road         lden   Diabetes EEA         different sources inside agglomerati…
# A tibble: 1 × 8
  noise_source metric outcome  data_source mapping_extend    agglomeration     n
  &lt;chr&gt;        &lt;chr&gt;  &lt;chr&gt;    &lt;chr&gt;       &lt;chr&gt;             &lt;chr&gt;         &lt;int&gt;
1 road         lden   Diabetes EEA         different sources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All-cause mortal… EEA         major sources  inside agglo…
# A tibble: 1 × 8
  noise_source metric outcome     data_source mapping_extend agglomeration     n
  &lt;chr&gt;        &lt;chr&gt;  &lt;chr&gt;       &lt;chr&gt;       &lt;chr&gt;          &lt;chr&gt;         &lt;int&gt;
1 road         lden   All-cause 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Cardiovascular d… EEA         major sources  inside agglo…
# A tibble: 1 × 8
  noise_source metric outcome     data_source mapping_extend agglomeration     n
  &lt;chr&gt;        &lt;chr&gt;  &lt;chr&gt;       &lt;chr&gt;       &lt;chr&gt;          &lt;chr&gt;         &lt;int&gt;
1 road         lden   Cardiovasc… EEA         major sources  inside agglo…   360
# ℹ 1 more variable: expon &lt;dbl&gt;
# A tibble: 1 × 6
  noise_source metric outcome data_source mapping_extend agglomeration        
  &lt;chr&gt;        &lt;chr&gt;  &lt;chr&gt;   &lt;chr&gt;       &lt;chr&gt;          &lt;chr&gt;                
1 road         lden   IHD     EEA         major sources  inside agglomerations
# A tibble: 1 × 8
  noise_source metric outcome data_source mapping_extend agglomeration         n
  &lt;chr&gt;        &lt;chr&gt;  &lt;chr&gt;   &lt;chr&gt;       &lt;chr&gt;          &lt;chr&gt;             &lt;int&gt;
1 road         lden   IHD     EEA         major sources  inside agglomera…   360
# ℹ 1 more variable: expon &lt;dbl&gt;
# A tibble: 1 × 6
  noise_source metric outcome  data_source mapping_extend agglomeration        
  &lt;chr&gt;        &lt;chr&gt;  &lt;chr&gt;    &lt;chr&gt;       &lt;chr&gt;          &lt;chr&gt;                
1 road         lden   Diabetes EEA         major sources  inside agglomerations
# A tibble: 1 × 8
  noise_source metric outcome  data_source mapping_extend agglomeration        n
  &lt;chr&gt;        &lt;chr&gt;  &lt;chr&gt;    &lt;chr&gt;       &lt;chr&gt;          &lt;chr&gt;            &lt;int&gt;
1 road         lden   Diabetes EEA         major sources  inside agglomer…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All-cause mortal… EEA         different sou… inside agglo…
# A tibble: 1 × 8
  noise_source metric outcome     data_source mapping_extend agglomeration     n
  &lt;chr&gt;        &lt;chr&gt;  &lt;chr&gt;       &lt;chr&gt;       &lt;chr&gt;          &lt;chr&gt;         &lt;int&gt;
1 air          lden   All-cause 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Cardiovascular d… EEA         different sou… inside agglo…
# A tibble: 1 × 8
  noise_source metric outcome     data_source mapping_extend agglomeration     n
  &lt;chr&gt;        &lt;chr&gt;  &lt;chr&gt;       &lt;chr&gt;       &lt;chr&gt;          &lt;chr&gt;         &lt;int&gt;
1 air          lden   Cardiovasc… EEA         different sou… inside agglo…   360
# ℹ 1 more variable: expon &lt;dbl&gt;
# A tibble: 1 × 6
  noise_source metric outcome  data_source mapping_extend    agglomeration      
  &lt;chr&gt;        &lt;chr&gt;  &lt;chr&gt;    &lt;chr&gt;       &lt;chr&gt;             &lt;chr&gt;              
1 air          lden   Diabetes EEA         different sources inside agglomerati…
# A tibble: 1 × 8
  noise_source metric outcome  data_source mapping_extend    agglomeration     n
  &lt;chr&gt;        &lt;chr&gt;  &lt;chr&gt;    &lt;chr&gt;       &lt;chr&gt;             &lt;chr&gt;         &lt;int&gt;
1 air          lden   Diabetes EEA         different sources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All-cause mortal… EEA         major sources  inside agglo…
# A tibble: 1 × 8
  noise_source metric outcome     data_source mapping_extend agglomeration     n
  &lt;chr&gt;        &lt;chr&gt;  &lt;chr&gt;       &lt;chr&gt;       &lt;chr&gt;          &lt;chr&gt;         &lt;int&gt;
1 air          lden   All-cause 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Cardiovascular d… EEA         major sources  inside agglo…
# A tibble: 1 × 8
  noise_source metric outcome     data_source mapping_extend agglomeration     n
  &lt;chr&gt;        &lt;chr&gt;  &lt;chr&gt;       &lt;chr&gt;       &lt;chr&gt;          &lt;chr&gt;         &lt;int&gt;
1 air          lden   Cardiovasc… EEA         major sources  inside agglo…   360
# ℹ 1 more variable: expon &lt;dbl&gt;
# A tibble: 1 × 6
  noise_source metric outcome  data_source mapping_extend agglomeration        
  &lt;chr&gt;        &lt;chr&gt;  &lt;chr&gt;    &lt;chr&gt;       &lt;chr&gt;          &lt;chr&gt;                
1 air          lden   Diabetes EEA         major sources  inside agglomerations
# A tibble: 1 × 8
  noise_source metric outcome  data_source mapping_extend agglomeration        n
  &lt;chr&gt;        &lt;chr&gt;  &lt;chr&gt;    &lt;chr&gt;       &lt;chr&gt;          &lt;chr&gt;            &lt;int&gt;
1 air          lden   Diabetes EEA         major sources  inside agglomer…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All-cause mortal… EEA         different sou… inside agglo…
# A tibble: 1 × 8
  noise_source metric outcome     data_source mapping_extend agglomeration     n
  &lt;chr&gt;        &lt;chr&gt;  &lt;chr&gt;       &lt;chr&gt;       &lt;chr&gt;          &lt;chr&gt;         &lt;int&gt;
1 rail         lden   All-cause … EEA         different sou…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Cardiovascular d… EEA         different sou… inside agglo…
# A tibble: 1 × 8
  noise_source metric outcome     data_source mapping_extend agglomeration     n
  &lt;chr&gt;        &lt;chr&gt;  &lt;chr&gt;       &lt;chr&gt;       &lt;chr&gt;          &lt;chr&gt;         &lt;int&gt;
1 rail         lden   Cardiovasc… EEA         different sou… inside agglo…   360
# ℹ 1 more variable: expon &lt;dbl&gt;
# A tibble: 1 × 6
  noise_source metric outcome  data_source mapping_extend    agglomeration      
  &lt;chr&gt;        &lt;chr&gt;  &lt;chr&gt;    &lt;chr&gt;       &lt;chr&gt;             &lt;chr&gt;              
1 rail         lden   Diabetes EEA         different sources inside agglomerati…
# A tibble: 1 × 8
  noise_source metric outcome  data_source mapping_extend    agglomeration     n
  &lt;chr&gt;        &lt;chr&gt;  &lt;chr&gt;    &lt;chr&gt;       &lt;chr&gt;             &lt;chr&gt;         &lt;int&gt;
1 rail         lden   Diabetes EEA         different sources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All-cause mortal… EEA         major sources  inside agglo…
# A tibble: 1 × 8
  noise_source metric outcome     data_source mapping_extend agglomeration     n
  &lt;chr&gt;        &lt;chr&gt;  &lt;chr&gt;       &lt;chr&gt;       &lt;chr&gt;          &lt;chr&gt;         &lt;int&gt;
1 rail         lden   All-cause … EEA         major sources  inside agglo…   360
# ℹ 1 more variable: expon &lt;dbl&gt;
# A tibble: 1 × 6
  noise_source metric outcome           data_source mapping_extend agglomeration
  &lt;chr&gt;        &lt;chr&gt;  &lt;chr&gt;             &lt;chr&gt;       &lt;chr&gt;          &lt;chr&gt;        
1 rail         lden   Cardiovascular d… EEA         major sources  inside agglo…
# A tibble: 1 × 8
  noise_source metric outcome     data_source mapping_extend agglomeration     n
  &lt;chr&gt;        &lt;chr&gt;  &lt;chr&gt;       &lt;chr&gt;       &lt;chr&gt;          &lt;chr&gt;         &lt;int&gt;
1 rail         lden   Cardiovasc… EEA         major sources  inside agglo…   360
# ℹ 1 more variable: expon &lt;dbl&gt;
# A tibble: 1 × 6
  noise_source metric outcome  data_source mapping_extend agglomeration        
  &lt;chr&gt;        &lt;chr&gt;  &lt;chr&gt;    &lt;chr&gt;       &lt;chr&gt;          &lt;chr&gt;                
1 rail         lden   Diabetes EEA         major sources  inside agglomerations
# A tibble: 1 × 8
  noise_source metric outcome  data_source mapping_extend agglomeration        n
  &lt;chr&gt;        &lt;chr&gt;  &lt;chr&gt;    &lt;chr&gt;       &lt;chr&gt;          &lt;chr&gt;            &lt;int&gt;
1 rail         lden   Diabetes EEA         major sources  inside agglomer…   360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All-cause mortal… EEA         major sources  outside aggl…
# A tibble: 1 × 8
  noise_source metric outcome     data_source mapping_extend agglomeration     n
  &lt;chr&gt;        &lt;chr&gt;  &lt;chr&gt;       &lt;chr&gt;       &lt;chr&gt;          &lt;chr&gt;         &lt;int&gt;
1 road         lden   All-cause … EEA         major sources  outside aggl…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road         lden   Cardiovascular d… EEA         major sources  outside aggl…
# A tibble: 1 × 8
  noise_source metric outcome     data_source mapping_extend agglomeration     n
  &lt;chr&gt;        &lt;chr&gt;  &lt;chr&gt;       &lt;chr&gt;       &lt;chr&gt;          &lt;chr&gt;         &lt;int&gt;
1 road         lden   Cardiovasc… EEA         major sources  outside aggl…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data_source mapping_extend agglomeration         
  &lt;chr&gt;        &lt;chr&gt;  &lt;chr&gt;   &lt;chr&gt;       &lt;chr&gt;          &lt;chr&gt;                 
1 road         lden   IHD     EEA         major sources  outside agglomerations
# A tibble: 1 × 8
  noise_source metric outcome data_source mapping_extend agglomeration         n
  &lt;chr&gt;        &lt;chr&gt;  &lt;chr&gt;   &lt;chr&gt;       &lt;chr&gt;          &lt;chr&gt;             &lt;int&gt;
1 road         lden   IHD     EEA         major sources  outside agglomer…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data_source mapping_extend agglomeration         
  &lt;chr&gt;        &lt;chr&gt;  &lt;chr&gt;    &lt;chr&gt;       &lt;chr&gt;          &lt;chr&gt;                 
1 road         lden   Diabetes EEA         major sources  outside agglomerations
# A tibble: 1 × 8
  noise_source metric outcome  data_source mapping_extend agglomeration        n
  &lt;chr&gt;        &lt;chr&gt;  &lt;chr&gt;    &lt;chr&gt;       &lt;chr&gt;          &lt;chr&gt;            &lt;int&gt;
1 road         lden   Diabetes EEA         major sources  outside agglome…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rail         lden   All-cause mortal… EEA         major sources  outside aggl…
# A tibble: 1 × 8
  noise_source metric outcome     data_source mapping_extend agglomeration     n
  &lt;chr&gt;        &lt;chr&gt;  &lt;chr&gt;       &lt;chr&gt;       &lt;chr&gt;          &lt;chr&gt;         &lt;int&gt;
1 rail         lden   All-cause … EEA         major sources  outside aggl…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rail         lden   Cardiovascular d… EEA         major sources  outside aggl…
# A tibble: 1 × 8
  noise_source metric outcome     data_source mapping_extend agglomeration     n
  &lt;chr&gt;        &lt;chr&gt;  &lt;chr&gt;       &lt;chr&gt;       &lt;chr&gt;          &lt;chr&gt;         &lt;int&gt;
1 rail         lden   Cardiovasc… EEA         major sources  outside aggl…     5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data_source mapping_extend agglomeration         
  &lt;chr&gt;        &lt;chr&gt;  &lt;chr&gt;    &lt;chr&gt;       &lt;chr&gt;          &lt;chr&gt;                 
1 rail         lden   Diabetes EEA         major sources  outside agglomerations
# A tibble: 1 × 8
  noise_source metric outcome  data_source mapping_extend agglomeration        n
  &lt;chr&gt;        &lt;chr&gt;  &lt;chr&gt;    &lt;chr&gt;       &lt;chr&gt;          &lt;chr&gt;            &lt;int&gt;
1 rail         lden   Diabetes EEA         major sources  outside agglome…     5
# ℹ 1 more variable: expon &lt;dbl&gt;</a:t>
            </a:r>
          </a:p>
          <a:p>
            <a:pPr lvl="0" indent="0" marL="0">
              <a:buNone/>
            </a:pPr>
            <a:r>
              <a:rPr/>
              <a:t>The same for data provided directly from the Bundesländer; here starting only with those calculating the major sources.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road         lden   High noise annoy… Bundesland  different sou… inside agglo…
# A tibble: 1 × 8
  noise_source metric outcome     data_source mapping_extend agglomeration     n
  &lt;chr&gt;        &lt;chr&gt;  &lt;chr&gt;       &lt;chr&gt;       &lt;chr&gt;          &lt;chr&gt;         &lt;int&gt;
1 road         lden   High noise… Bundesland  different sou…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road         lnight High sleep distu… Bundesland  different sou… inside agglo…
# A tibble: 1 × 8
  noise_source metric outcome     data_source mapping_extend agglomeration     n
  &lt;chr&gt;        &lt;chr&gt;  &lt;chr&gt;       &lt;chr&gt;       &lt;chr&gt;          &lt;chr&gt;         &lt;int&gt;
1 road         lnight High sleep… Bundesland  different sou…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road         lden   High noise annoy… Bundesland  major sources  outside aggl…
# A tibble: 1 × 8
  noise_source metric outcome     data_source mapping_extend agglomeration     n
  &lt;chr&gt;        &lt;chr&gt;  &lt;chr&gt;       &lt;chr&gt;       &lt;chr&gt;          &lt;chr&gt;         &lt;int&gt;
1 road         lden   High noise… Bundesland  major sources  outside aggl…  8700
# ℹ 1 more variable: expon &lt;dbl&gt;
# A tibble: 1 × 6
  noise_source metric outcome           data_source mapping_extend agglomeration
  &lt;chr&gt;        &lt;chr&gt;  &lt;chr&gt;             &lt;chr&gt;       &lt;chr&gt;          &lt;chr&gt;        
1 road         lnight High sleep distu… Bundesland  major sources  outside aggl…
# A tibble: 1 × 8
  noise_source metric outcome     data_source mapping_extend agglomeration     n
  &lt;chr&gt;        &lt;chr&gt;  &lt;chr&gt;       &lt;chr&gt;       &lt;chr&gt;          &lt;chr&gt;         &lt;int&gt;
1 road         lnight High sleep… Bundesland  major sources  outside aggl…  8700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High noise annoy… Bundesland  major sources  inside agglo…
# A tibble: 1 × 8
  noise_source metric outcome     data_source mapping_extend agglomeration     n
  &lt;chr&gt;        &lt;chr&gt;  &lt;chr&gt;       &lt;chr&gt;       &lt;chr&gt;          &lt;chr&gt;         &lt;int&gt;
1 air          lden   High noise… Bundesland  major sources 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Reading Comprehe… Bundesland  major sources  inside agglo…
# A tibble: 1 × 8
  noise_source metric outcome     data_source mapping_extend agglomeration     n
  &lt;chr&gt;        &lt;chr&gt;  &lt;chr&gt;       &lt;chr&gt;       &lt;chr&gt;          &lt;chr&gt;         &lt;int&gt;
1 air          lden   Reading Co… Bundesland  major sources 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air          lnight High sleep distu… Bundesland  major sources  inside agglo…
# A tibble: 1 × 8
  noise_source metric outcome     data_source mapping_extend agglomeration     n
  &lt;chr&gt;        &lt;chr&gt;  &lt;chr&gt;       &lt;chr&gt;       &lt;chr&gt;          &lt;chr&gt;         &lt;int&gt;
1 air          lnight High sleep… Bundesland  major sources 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High noise annoy… Bundesland  major sources  outside aggl…
# A tibble: 1 × 8
  noise_source metric outcome     data_source mapping_extend agglomeration     n
  &lt;chr&gt;        &lt;chr&gt;  &lt;chr&gt;       &lt;chr&gt;       &lt;chr&gt;          &lt;chr&gt;         &lt;int&gt;
1 air          lden   High noise… Bundesland  major sources  outside aggl…   195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Reading Comprehe… Bundesland  major sources  outside aggl…
# A tibble: 1 × 8
  noise_source metric outcome     data_source mapping_extend agglomeration     n
  &lt;chr&gt;        &lt;chr&gt;  &lt;chr&gt;       &lt;chr&gt;       &lt;chr&gt;          &lt;chr&gt;         &lt;int&gt;
1 air          lden   Reading Co… Bundesland  major sources  outside aggl…   195
# ℹ 1 more variable: expon &lt;dbl&gt;
# A tibble: 1 × 6
  noise_source metric outcome           data_source mapping_extend agglomeration
  &lt;chr&gt;        &lt;chr&gt;  &lt;chr&gt;             &lt;chr&gt;       &lt;chr&gt;          &lt;chr&gt;        
1 air          lnight High sleep distu… Bundesland  major sources  outside aggl…
# A tibble: 1 × 8
  noise_source metric outcome     data_source mapping_extend agglomeration     n
  &lt;chr&gt;        &lt;chr&gt;  &lt;chr&gt;       &lt;chr&gt;       &lt;chr&gt;          &lt;chr&gt;         &lt;int&gt;
1 air          lnight High sleep… Bundesland  major sources  outside aggl…   195
# ℹ 1 more variable: expon &lt;dbl&gt;
# A tibble: 1 × 6
  noise_source metric outcome           data_source mapping_extend agglomeration
  &lt;chr&gt;        &lt;chr&gt;  &lt;chr&gt;             &lt;chr&gt;       &lt;chr&gt;          &lt;chr&gt;        
1 industry     lden   High noise annoy… Bundesland  different sou… inside agglo…
# A tibble: 1 × 8
  noise_source metric outcome     data_source mapping_extend agglomeration     n
  &lt;chr&gt;        &lt;chr&gt;  &lt;chr&gt;       &lt;chr&gt;       &lt;chr&gt;          &lt;chr&gt;         &lt;int&gt;
1 industry     lden   High noise… Bundesland  different sou…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industry     lnight High sleep distu… Bundesland  different sou… inside agglo…
# A tibble: 1 × 8
  noise_source metric outcome     data_source mapping_extend agglomeration     n
  &lt;chr&gt;        &lt;chr&gt;  &lt;chr&gt;       &lt;chr&gt;       &lt;chr&gt;          &lt;chr&gt;         &lt;int&gt;
1 industry     lnight High sleep… Bundesland  different sou… inside agglo…    30
# ℹ 1 more variable: expon &lt;dbl&gt;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noise_source metric outcome           data_source mapping_extend agglomeration
  &lt;chr&gt;        &lt;chr&gt;  &lt;chr&gt;             &lt;chr&gt;       &lt;chr&gt;          &lt;chr&gt;        
1 air          lden   All-cause mortal… Bundesland  major sources  inside agglo…
# A tibble: 1 × 8
  noise_source metric outcome     data_source mapping_extend agglomeration     n
  &lt;chr&gt;        &lt;chr&gt;  &lt;chr&gt;       &lt;chr&gt;       &lt;chr&gt;          &lt;chr&gt;         &lt;int&gt;
1 air          lden   All-cause … Bundesland  major sources  inside agglo…    30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Cardiovascular d… Bundesland  major sources  inside agglo…
# A tibble: 1 × 8
  noise_source metric outcome     data_source mapping_extend agglomeration     n
  &lt;chr&gt;        &lt;chr&gt;  &lt;chr&gt;       &lt;chr&gt;       &lt;chr&gt;          &lt;chr&gt;         &lt;int&gt;
1 air          lden   Cardiovasc… Bundesland  major sources  inside agglo…    30
# ℹ 1 more variable: expon &lt;dbl&gt;
# A tibble: 1 × 6
  noise_source metric outcome  data_source mapping_extend agglomeration        
  &lt;chr&gt;        &lt;chr&gt;  &lt;chr&gt;    &lt;chr&gt;       &lt;chr&gt;          &lt;chr&gt;                
1 air          lden   Diabetes Bundesland  major sources  inside agglomerations
# A tibble: 1 × 8
  noise_source metric outcome  data_source mapping_extend agglomeration        n
  &lt;chr&gt;        &lt;chr&gt;  &lt;chr&gt;    &lt;chr&gt;       &lt;chr&gt;          &lt;chr&gt;            &lt;int&gt;
1 air          lden   Diabetes Bundesland  major sources  inside agglomer…    30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All-cause mortal… Bundesland  major sources  outside aggl…
# A tibble: 1 × 8
  noise_source metric outcome     data_source mapping_extend agglomeration     n
  &lt;chr&gt;        &lt;chr&gt;  &lt;chr&gt;       &lt;chr&gt;       &lt;chr&gt;          &lt;chr&gt;         &lt;int&gt;
1 air          lden   All-cause … Bundesland  major sources  outside aggl…   195
# ℹ 1 more variable: expon &lt;dbl&gt;
# A tibble: 1 × 6
  noise_source metric outcome           data_source mapping_extend agglomeration
  &lt;chr&gt;        &lt;chr&gt;  &lt;chr&gt;             &lt;chr&gt;       &lt;chr&gt;          &lt;chr&gt;        
1 air          lden   Cardiovascular d… Bundesland  major sources  outside aggl…
# A tibble: 1 × 8
  noise_source metric outcome     data_source mapping_extend agglomeration     n
  &lt;chr&gt;        &lt;chr&gt;  &lt;chr&gt;       &lt;chr&gt;       &lt;chr&gt;          &lt;chr&gt;         &lt;int&gt;
1 air          lden   Cardiovasc… Bundesland  major sources  outside aggl…   195
# ℹ 1 more variable: expon &lt;dbl&gt;
# A tibble: 1 × 6
  noise_source metric outcome  data_source mapping_extend agglomeration         
  &lt;chr&gt;        &lt;chr&gt;  &lt;chr&gt;    &lt;chr&gt;       &lt;chr&gt;          &lt;chr&gt;                 
1 air          lden   Diabetes Bundesland  major sources  outside agglomerations
# A tibble: 1 × 8
  noise_source metric outcome  data_source mapping_extend agglomeration        n
  &lt;chr&gt;        &lt;chr&gt;  &lt;chr&gt;    &lt;chr&gt;       &lt;chr&gt;          &lt;chr&gt;            &lt;int&gt;
1 air          lden   Diabetes Bundesland  major sources  outside agglome…   195
# ℹ 1 more variable: expon &lt;dbl&gt;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fig-ballungsraeum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_burden_calculations_files/figure-pptx/plotKAGZRM_burd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noise_source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agglomeration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DALY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avg_paf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35029.1794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8408.5070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3235.3120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695.9863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594.4854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7720.6975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3141.3675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-873.7269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-293.0835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12638.8657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2734.7426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2449.1994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1032.2486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944860.2898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0.0885848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31631.8398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0.0530222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IHD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4618.1366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0.0694668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30243.9265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0.0990140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315295.3834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0.0652682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10515.6489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0.0389245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10103.6740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0.0730318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829788.2015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0.0776814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27724.7409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0.0464118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inside agglomerations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26576.2981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0.0868741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Engelmann, Nicole, Núria Blanes Guàrdia, Jaume Fons Esteve, Danielle Vienneau, Martin Röösli, and Eulalia Peris. 2025. </a:t>
            </a:r>
            <a:r>
              <a:rPr i="1"/>
              <a:t>Environmental Noise Health Risk Assessment: Methodology for Assessing Health Risks Using Data Reported Under the Environmental Noise Directive. ETC HE Report 2023/11.</a:t>
            </a:r>
            <a:r>
              <a:rPr/>
              <a:t> </a:t>
            </a:r>
            <a:r>
              <a:rPr>
                <a:hlinkClick r:id="rId2"/>
              </a:rPr>
              <a:t>https://doi.org/10.5281/ZENODO.15641306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Engelmann, Nicole, Xing Jiang, Núria Blanes Guàrdia, Danielle Vienneau, and Martin Röösli. 2025. </a:t>
            </a:r>
            <a:r>
              <a:rPr i="1"/>
              <a:t>Health Effects of Transportation Noise for Children and Adolescents: An Umbrella Review and Burden of Disease Estimation. ETC HE Report 2024/11.</a:t>
            </a:r>
            <a:r>
              <a:rPr/>
              <a:t> </a:t>
            </a:r>
            <a:r>
              <a:rPr>
                <a:hlinkClick r:id="rId3"/>
              </a:rPr>
              <a:t>https://doi.org/10.5281/ZENODO.14892796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2026-08-27T13:12:30Z</dcterms:created>
  <dcterms:modified xsi:type="dcterms:W3CDTF">2026-08-27T13:12:30Z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references.bib</vt:lpwstr>
  </property>
  <property fmtid="{D5CDD505-2E9C-101B-9397-08002B2CF9AE}" pid="5" name="by-auth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