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Krankheitslast durch Umgebungslärm in Deutschland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Matthias Lochmann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Einführung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Dieses Dokument analysiert die Lärmbelastung in Hessen und berechnet die damit verbundenen Gesundheitsauswirkungen. Die Analyse basiert auf Daten des HLNUG und ETCHE-Funktionen.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Daten laden und vorbereiten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ETCHE-, HLNUG- sowie Destatis Daten laden.</a:t>
            </a:r>
          </a:p>
          <a:p>
            <a:pPr lvl="0" indent="0" marL="0">
              <a:buNone/>
            </a:pPr>
            <a:r>
              <a:rPr/>
              <a:t>In Figure 1 all ERFs are on display.</a:t>
            </a:r>
          </a:p>
        </p:txBody>
      </p:sp>
      <p:pic>
        <p:nvPicPr>
          <p:cNvPr descr="03_burden_calculations_files/figure-pptx/fig-plotERF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63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Overview of all imported ERF.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Expositions- und Gemeindedaten zusammenführen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Hier gibts eine breite Tabelle, sollte später noch mehr Richtung saubere Datenbank gepflegt werden.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berechnen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Funktion zur Berechnung der Gesundheitsauswirkungen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Expositionsdaten und ERF-Funktionen zusammenführen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 die Umweltbedingte Krankheitslast zu berechnen, braucht healthiar ein dataframe mit Expositionszahlen und ERF zusammen. Das Zusammenführen geschieht hier:</a:t>
            </a:r>
          </a:p>
          <a:p>
            <a:pPr lvl="0" indent="0" marL="0">
              <a:buNone/>
            </a:pPr>
            <a:r>
              <a:rPr/>
              <a:t>Die zusammengeführten Daten haben diese Statistik: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00"/>
                <a:gridCol w="558800"/>
                <a:gridCol w="838200"/>
                <a:gridCol w="1079500"/>
                <a:gridCol w="749300"/>
                <a:gridCol w="977900"/>
                <a:gridCol w="46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datenquelle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kartierungsumfang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population_type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AnzBelastetenklassen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Belastete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514053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1800891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82638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6336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4806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7495900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4763200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132400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1882700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935700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Altergruppen verwenden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 offensichtlich für die verschiedenen Endpunkte nur jeweils für eine Sub-Population (“children” vs. “adults”) gelten sollen, werden hier entsprechend sowohl die Bevölkerungs- als auch die Belastetenzahlen mithilfe der Alters-Fraktionen der jeweiligen Gemeinde berechnet. Dieses Vorgehen muss noch kritisch hinterfragt werden! So wäre zu klären, ob nicht zumindest manche Endpunkte auch eine größere Bevölkerung in Risiko setzen.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00"/>
                <a:gridCol w="558800"/>
                <a:gridCol w="838200"/>
                <a:gridCol w="1066800"/>
                <a:gridCol w="736600"/>
                <a:gridCol w="977900"/>
                <a:gridCol w="5080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datenquelle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kartierungsumfang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population_type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AnzBelastetenklassen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Belastete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574373.50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574373.50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574373.50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574373.50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67974.31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67974.31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67974.31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429089.82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2428670.95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2428670.95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2428670.95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2428670.95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287421.41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287421.41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287421.41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1503237.99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318234.13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318234.13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318234.13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318234.13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37661.46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37661.46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37661.46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68979.51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5288.78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4011.66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8670894.36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8670894.36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8670894.36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8670894.36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1026158.23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1026158.23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1026158.23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6256970.39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5551883.23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5551883.23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5551883.23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5551883.23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657038.41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657038.41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657038.41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3975933.69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396324.60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396324.60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396324.60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396324.60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46903.09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46903.09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46903.09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110516.80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380882.29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380882.29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380882.29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380882.29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45075.57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45075.57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45075.57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109515.14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2113007.76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2113007.76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2113007.76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2113007.76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250064.20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250064.20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250064.20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1571525.52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1018440.69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1018440.69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1018440.69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1018440.69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120527.51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120527.51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120527.51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781046.60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für verschiedene Lärmquellen berechnen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Hier beispielhaft für einige Gesundheitsauswirkungen, zunächst die für “absolutes Risiko”: HA, HSD, Leseverständnis.</a:t>
            </a:r>
          </a:p>
          <a:p>
            <a:pPr lvl="0" indent="0">
              <a:buNone/>
            </a:pPr>
            <a:r>
              <a:rPr>
                <a:latin typeface="Courier"/>
              </a:rPr>
              <a:t>[1] "hier wird diese Outcome-Liste berücksichtigt:"
# A tibble: 9 × 3
  outcome                source metric
  &lt;chr&gt;                  &lt;chr&gt;  &lt;chr&gt; 
1 High noise annoyance   road   lden  
2 Reading Comprehension  road   lden  
3 High sleep disturbance road   lnight
4 High noise annoyance   air    lden  
5 Reading Comprehension  air    lden  
6 High sleep disturbance air    lnight
7 High noise annoyance   rail   lden  
8 Reading Comprehension  rail   lden  
9 High sleep disturbance rail   lnight
[1] "Nun Kombi:"
# A tibble: 1 × 3
  outcome              source metric
  &lt;chr&gt;                &lt;chr&gt;  &lt;chr&gt; 
1 High noise annoyance road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source metric
  &lt;chr&gt;                 &lt;chr&gt;  &lt;chr&gt; 
1 Reading Comprehension road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road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source metric
  &lt;chr&gt;                &lt;chr&gt;  &lt;chr&gt; 
1 High noise annoyance air 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source metric
  &lt;chr&gt;                 &lt;chr&gt;  &lt;chr&gt; 
1 Reading Comprehension air 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air 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source metric
  &lt;chr&gt;                &lt;chr&gt;  &lt;chr&gt; 
1 High noise annoyance rail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source metric
  &lt;chr&gt;                 &lt;chr&gt;  &lt;chr&gt; 
1 Reading Comprehension rail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rail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"hier wird diese Outcome-Liste berücksichtigt:"
# A tibble: 8 × 3
  outcome                source   metric
  &lt;chr&gt;                  &lt;chr&gt;    &lt;chr&gt; 
1 High noise annoyance   road     lden  
2 Reading Comprehension  road     lden  
3 High sleep disturbance road     lnight
4 High noise annoyance   air      lden  
5 Reading Comprehension  air      lden  
6 High sleep disturbance air      lnight
7 High noise annoyance   industry lden  
8 High sleep disturbance industry lnight
[1] "Nun Kombi:"
# A tibble: 1 × 3
  outcome              source metric
  &lt;chr&gt;                &lt;chr&gt;  &lt;chr&gt; 
1 High noise annoyance road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source metric
  &lt;chr&gt;                 &lt;chr&gt;  &lt;chr&gt; 
1 Reading Comprehension road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road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source metric
  &lt;chr&gt;                &lt;chr&gt;  &lt;chr&gt; 
1 High noise annoyance air 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source metric
  &lt;chr&gt;                 &lt;chr&gt;  &lt;chr&gt; 
1 Reading Comprehension air 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air 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source   metric
  &lt;chr&gt;                &lt;chr&gt;    &lt;chr&gt; 
1 High noise annoyance industry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  metric
  &lt;chr&gt;                  &lt;chr&gt;    &lt;chr&gt; 
1 High sleep disturbance industry lnight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Visualisierungen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Lärmbelastung in Hessen nach Kreisen</a:t>
            </a:r>
          </a:p>
        </p:txBody>
      </p:sp>
      <p:pic>
        <p:nvPicPr>
          <p:cNvPr descr="03_burden_calculations_files/figure-pptx/plot-exposure-hesse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in Regionen</a:t>
            </a:r>
          </a:p>
        </p:txBody>
      </p:sp>
      <p:pic>
        <p:nvPicPr>
          <p:cNvPr descr="03_burden_calculations_files/figure-pptx/fig-ballubgsraeum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03_burden_calculations_files/figure-pptx/plotKAGZRM_burde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3 × 2
  outcome                  DALY
  &lt;chr&gt;                   &lt;dbl&gt;
1 High noise annoyance   23537.
2 High sleep disturbance  6233.
3 Reading Comprehension   1124.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Krankheitslast durch Umgebungslärm in Deutschland</dc:title>
  <dc:creator>Matthias Lochmann</dc:creator>
  <cp:keywords/>
  <dcterms:created xsi:type="dcterms:W3CDTF">2026-05-27T16:13:42Z</dcterms:created>
  <dcterms:modified xsi:type="dcterms:W3CDTF">2026-05-27T16:13:42Z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