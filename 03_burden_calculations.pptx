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5" Type="http://schemas.openxmlformats.org/officeDocument/2006/relationships/viewProps" Target="viewProps.xml" /><Relationship Id="rId1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7" Type="http://schemas.openxmlformats.org/officeDocument/2006/relationships/tableStyles" Target="tableStyles.xml" /><Relationship Id="rId1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doi.org/10.5281/ZENODO.15641306" TargetMode="External" /><Relationship Id="rId3" Type="http://schemas.openxmlformats.org/officeDocument/2006/relationships/hyperlink" Target="https://doi.org/10.5281/ZENODO.14892796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Krankheitslast durch Umgebungslärm in Deutschland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Matthias Lochmann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Einführung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Dieses Dokument analysiert die Lärmbelastung in Hessen und berechnet die damit verbundenen Gesundheitsauswirkungen. Die Analyse basiert auf Lärmexpositionsdaten</a:t>
            </a:r>
          </a:p>
          <a:p>
            <a:pPr lvl="0"/>
            <a:r>
              <a:rPr/>
              <a:t>hessischen Daten des HLNUG</a:t>
            </a:r>
          </a:p>
          <a:p>
            <a:pPr lvl="0"/>
            <a:r>
              <a:rPr/>
              <a:t>Landesdaten anderer Landesämter</a:t>
            </a:r>
          </a:p>
          <a:p>
            <a:pPr lvl="0"/>
            <a:r>
              <a:rPr/>
              <a:t>gesamteuropäischen Lärmexpositionsdaten aus EIONET</a:t>
            </a:r>
          </a:p>
          <a:p>
            <a:pPr lvl="0" indent="0" marL="0">
              <a:buNone/>
            </a:pPr>
            <a:r>
              <a:rPr/>
              <a:t>sowie</a:t>
            </a:r>
          </a:p>
          <a:p>
            <a:pPr lvl="0"/>
            <a:r>
              <a:rPr/>
              <a:t>Expositions-Wirkungsfunktionen sowie “Baseline-health data” aus (Engelmann, Guàrdia, et al. 2025) und (Engelmann, Jiang, et al. 2025)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Daten laden und vorbereiten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ETCHE-, HLNUG- sowie Destatis Daten laden.</a:t>
            </a:r>
          </a:p>
          <a:p>
            <a:pPr lvl="0" indent="0" marL="0">
              <a:buNone/>
            </a:pPr>
            <a:r>
              <a:rPr/>
              <a:t>In Figure 1 all ERFs are on display.</a:t>
            </a:r>
          </a:p>
        </p:txBody>
      </p:sp>
      <p:pic>
        <p:nvPicPr>
          <p:cNvPr descr="03_burden_calculations_files/figure-pptx/fig-plotERFs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863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Figure 1: Overview of all imported ERF.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Expositions- und Gemeindedaten zusammenführen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Hier gibts eine breite Tabelle, sollte später noch mehr Richtung saubere Datenbank gepflegt werden.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Expositionsdaten und ERF-Funktionen zusammenführen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Um die Umweltbedingte Krankheitslast zu berechnen, braucht healthiar ein dataframe mit Expositionszahlen und ERF zusammen. Das Zusammenführen geschieht hier:</a:t>
            </a:r>
          </a:p>
          <a:p>
            <a:pPr lvl="0" indent="0" marL="0">
              <a:buNone/>
            </a:pPr>
            <a:r>
              <a:rPr/>
              <a:t>Die zusammengeführten Daten haben diese Statistik: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8800"/>
                <a:gridCol w="558800"/>
                <a:gridCol w="558800"/>
                <a:gridCol w="558800"/>
                <a:gridCol w="558800"/>
                <a:gridCol w="558800"/>
                <a:gridCol w="558800"/>
                <a:gridCol w="558800"/>
                <a:gridCol w="5588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noise_source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data_source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mapping_extend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outcome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population_type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threshold_name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AnzBelastetenklassen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Belastete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bhd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Bundesland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different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 noise annoyance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ETCHE23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688104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Bundesland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different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 noise annoyance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END_reporting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688104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Bundesland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different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All-cause mortality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ETCHE23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688104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0.2069215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Bundesland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different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All-cause mortality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END_reporting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688104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0.2069215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Bundesland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different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Cardiovascular disease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ETCHE23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688104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0.0115708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Bundesland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different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Cardiovascular disease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END_reporting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688104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0.0115708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Bundesland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different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IHD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688104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0.0012770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Bundesland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different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Diabetes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ETCHE23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688104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0.0059261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Bundesland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different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Diabetes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END_reporting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688104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0.0059261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Bundesland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different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 sleep disturbance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ETCHE23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514053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Bundesland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different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 sleep disturbance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END_reporting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514053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Bundesland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 noise annoyance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ETCHE23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8700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2909567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Bundesland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 noise annoyance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END_reporting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8700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2909567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Bundesland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All-cause mortality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ETCHE23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8700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2909567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0.2069215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Bundesland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All-cause mortality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END_reporting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8700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2909567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0.2069215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Bundesland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Cardiovascular disease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ETCHE23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8700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2909567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0.0115708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Bundesland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Cardiovascular disease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END_reporting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8700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2909567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0.0115708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Bundesland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IHD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8700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2909567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0.0012770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Bundesland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Diabetes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ETCHE23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8700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2909567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0.0059261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Bundesland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Diabetes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END_reporting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8700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2909567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0.0059261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Bundesland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 sleep disturbance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ETCHE23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8700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1800891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Bundesland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 sleep disturbance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END_reporting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8700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1800891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air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Bundesland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 noise annoyance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ETCHE23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400378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air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Bundesland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 noise annoyance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END_reporting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400378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air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Bundesland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All-cause mortality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ETCHE23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400378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0.2069215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air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Bundesland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All-cause mortality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END_reporting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400378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0.2069215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air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Bundesland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Cardiovascular disease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ETCHE23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400378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0.0115708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air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Bundesland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Cardiovascular disease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END_reporting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400378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0.0115708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air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Bundesland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Diabetes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ETCHE23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400378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0.0059261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air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Bundesland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Diabetes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END_reporting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400378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0.0059261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air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Bundesland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Reading Comprehension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children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ETCHE24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400378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air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Bundesland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Reading Comprehension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children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END_reporting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400378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air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Bundesland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 sleep disturbance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ETCHE23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87759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air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Bundesland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 sleep disturbance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END_reporting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87759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industry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Bundesland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different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 noise annoyance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ETCHE23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6336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industry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Bundesland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different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 noise annoyance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END_reporting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6336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industry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Bundesland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different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 sleep disturbance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ETCHE23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4806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industry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Bundesland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different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 sleep disturbance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END_reporting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4806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different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 noise annoyance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ETCHE23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10387800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different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 noise annoyance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END_reporting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10387800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different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All-cause mortality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ETCHE23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10387800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0.2069215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different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All-cause mortality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END_reporting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10387800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0.2069215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different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Cardiovascular disease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ETCHE23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10387800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0.0115708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different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Cardiovascular disease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END_reporting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10387800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0.0115708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different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IHD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10387800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0.0012770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different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Diabetes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ETCHE23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10387800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0.0059261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different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Diabetes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END_reporting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10387800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0.0059261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different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 sleep disturbance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ETCHE23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7495900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different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 sleep disturbance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END_reporting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7495900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 noise annoyance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ETCHE23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6651200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 noise annoyance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END_reporting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6651200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All-cause mortality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ETCHE23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6651200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0.2069215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All-cause mortality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END_reporting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6651200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0.2069215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Cardiovascular disease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ETCHE23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6651200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0.0115708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Cardiovascular disease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END_reporting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6651200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0.0115708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IHD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6651200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0.0012770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Diabetes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ETCHE23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6651200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0.0059261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Diabetes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END_reporting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6651200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0.0059261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 sleep disturbance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ETCHE23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4763200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 sleep disturbance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END_reporting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4763200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air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different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 noise annoyance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ETCHE23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474800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air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different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 noise annoyance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END_reporting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474800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air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different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All-cause mortality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ETCHE23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474800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0.2069215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air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different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All-cause mortality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END_reporting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474800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0.2069215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air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different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Cardiovascular disease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ETCHE23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474800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0.0115708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air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different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Cardiovascular disease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END_reporting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474800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0.0115708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air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different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Diabetes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ETCHE23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474800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0.0059261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air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different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Diabetes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END_reporting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474800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0.0059261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air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different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Reading Comprehension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children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ETCHE24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474800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air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different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Reading Comprehension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children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END_reporting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474800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air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different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 sleep disturbance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ETCHE23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132400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air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different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 sleep disturbance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END_reporting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132400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air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 noise annoyance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ETCHE23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456300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air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 noise annoyance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END_reporting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456300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air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All-cause mortality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ETCHE23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456300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0.2069215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air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All-cause mortality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END_reporting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456300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0.2069215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air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Cardiovascular disease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ETCHE23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456300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0.0115708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air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Cardiovascular disease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END_reporting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456300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0.0115708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air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Diabetes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ETCHE23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456300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0.0059261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air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Diabetes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END_reporting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456300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0.0059261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air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Reading Comprehension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children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ETCHE24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456300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air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Reading Comprehension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children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END_reporting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456300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air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 sleep disturbance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ETCHE23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131200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air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 sleep disturbance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END_reporting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131200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rail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different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 noise annoyance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ETCHE23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2531400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rail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different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 noise annoyance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END_reporting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2531400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rail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different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All-cause mortality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ETCHE23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2531400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0.2069215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rail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different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All-cause mortality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END_reporting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2531400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0.2069215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rail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different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Cardiovascular disease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ETCHE23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2531400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0.0115708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rail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different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Cardiovascular disease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END_reporting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2531400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0.0115708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rail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different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Diabetes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ETCHE23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2531400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0.0059261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rail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different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Diabetes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END_reporting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2531400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0.0059261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rail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different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 sleep disturbance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ETCHE23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1882700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rail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different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 sleep disturbance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END_reporting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1882700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rail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 noise annoyance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ETCHE23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1220100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rail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 noise annoyance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END_reporting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1220100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rail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All-cause mortality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ETCHE23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1220100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0.2069215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rail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All-cause mortality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END_reporting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1220100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0.2069215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rail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Cardiovascular disease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ETCHE23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1220100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0.0115708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rail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Cardiovascular disease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END_reporting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1220100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0.0115708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rail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Diabetes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ETCHE23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1220100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0.0059261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rail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Diabetes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END_reporting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1220100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0.0059261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rail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 sleep disturbance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ETCHE23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935700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rail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 sleep disturbance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END_reporting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935700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industry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different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 noise annoyance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ETCHE23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92100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industry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different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 noise annoyance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END_reporting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92100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industry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different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 sleep disturbance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ETCHE23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32100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industry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different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 sleep disturbance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END_reporting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32100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Altergruppen verwenden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 offensichtlich für die verschiedenen Endpunkte nur jeweils für eine Sub-Population (“children” vs. “adults”) gelten sollen, werden hier entsprechend sowohl die Bevölkerungs- als auch die Belastetenzahlen mithilfe der Alters-Fraktionen der jeweiligen Gemeinde berechnet. Dieses Vorgehen muss noch kritisch hinterfragt werden! So wäre zu klären, ob nicht zumindest manche Endpunkte auch eine größere Bevölkerung in Risiko setzen.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3900"/>
                <a:gridCol w="723900"/>
                <a:gridCol w="723900"/>
                <a:gridCol w="723900"/>
                <a:gridCol w="723900"/>
                <a:gridCol w="723900"/>
                <a:gridCol w="7239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noise_source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data_source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mapping_extend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outcome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population_type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AnzBelastetenklassen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Belastete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Bundesland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different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 noise annoyance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1148747.010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Bundesland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different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All-cause mortality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1148747.010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Bundesland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different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Cardiovascular disease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1148747.010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Bundesland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different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IHD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574373.505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Bundesland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different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Diabetes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1148747.010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Bundesland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different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 sleep disturbance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858179.645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Bundesland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 noise annoyance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17400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4857341.900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Bundesland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All-cause mortality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17400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4857341.900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Bundesland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Cardiovascular disease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17400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4857341.900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Bundesland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IHD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8700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2428670.950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Bundesland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Diabetes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17400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4857341.900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Bundesland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 sleep disturbance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17400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3006475.985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air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Bundesland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 noise annoyance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450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668406.273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air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Bundesland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All-cause mortality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450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668406.273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air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Bundesland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Cardiovascular disease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450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668406.273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air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Bundesland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Diabetes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450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668406.273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air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Bundesland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Reading Comprehension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children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450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79102.636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air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Bundesland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 sleep disturbance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450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146508.215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industry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Bundesland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different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 noise annoyance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10577.560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industry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Bundesland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different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 sleep disturbance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8023.319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different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 noise annoyance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17341788.721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different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All-cause mortality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17341788.721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different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Cardiovascular disease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17341788.721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different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IHD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8670894.361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different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Diabetes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17341788.721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different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 sleep disturbance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12513940.784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 noise annoyance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11103766.451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All-cause mortality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11103766.451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Cardiovascular disease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11103766.451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IHD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5551883.226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Diabetes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11103766.451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 sleep disturbance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7951867.386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air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different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 noise annoyance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792649.193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air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different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All-cause mortality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792649.193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air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different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Cardiovascular disease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792649.193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air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different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Diabetes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792649.193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air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different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Reading Comprehension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children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93806.182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air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different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 sleep disturbance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221033.600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air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 noise annoyance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761764.589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air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All-cause mortality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761764.589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air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Cardiovascular disease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761764.589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air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Diabetes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761764.589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air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Reading Comprehension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children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90151.139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air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 sleep disturbance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219030.274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rail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different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 noise annoyance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4226015.515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rail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different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All-cause mortality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4226015.515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rail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different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Cardiovascular disease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4226015.515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rail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different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Diabetes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4226015.515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rail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different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 sleep disturbance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3143051.043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rail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 noise annoyance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2036881.382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rail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All-cause mortality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2036881.382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rail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Cardiovascular disease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2036881.382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rail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Diabetes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2036881.382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rail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 sleep disturbance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1562093.196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industry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different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 noise annoyance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153755.246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industry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different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 sleep disturbance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53588.962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Gesundheitsauswirkungen für verschiedene Lärmquellen berechnen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Here, we filter the overall exposure data to use only the exposure data provided by EEA and calculate then the health impact: all endpoints as absolute risk and all endpoints relative risk.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1 × 7
  noise_source metric outcome           data_source mapping_extend agglomeration
  &lt;chr&gt;        &lt;chr&gt;  &lt;chr&gt;             &lt;chr&gt;       &lt;chr&gt;          &lt;chr&gt;        
1 road         lden   High noise annoy… EEA         different sou… inside agglo…
# ℹ 1 more variable: threshold_name &lt;chr&gt;
# A tibble: 1 × 9
  noise_source metric outcome           data_source mapping_extend agglomeration
  &lt;chr&gt;        &lt;chr&gt;  &lt;chr&gt;             &lt;chr&gt;       &lt;chr&gt;          &lt;chr&gt;        
1 road         lden   High noise annoy… EEA         different sou… inside agglo…
# ℹ 3 more variables: threshold_name &lt;chr&gt;, n &lt;int&gt;, expon &lt;dbl&gt;
# A tibble: 1 × 7
  noise_source metric outcome           data_source mapping_extend agglomeration
  &lt;chr&gt;        &lt;chr&gt;  &lt;chr&gt;             &lt;chr&gt;       &lt;chr&gt;          &lt;chr&gt;        
1 road         lden   High noise annoy… EEA         different sou… inside agglo…
# ℹ 1 more variable: threshold_name &lt;chr&gt;
# A tibble: 1 × 9
  noise_source metric outcome           data_source mapping_extend agglomeration
  &lt;chr&gt;        &lt;chr&gt;  &lt;chr&gt;             &lt;chr&gt;       &lt;chr&gt;          &lt;chr&gt;        
1 road         lden   High noise annoy… EEA         different sou… inside agglo…
# ℹ 3 more variables: threshold_name &lt;chr&gt;, n &lt;int&gt;, expon &lt;dbl&gt;
# A tibble: 1 × 7
  noise_source metric outcome           data_source mapping_extend agglomeration
  &lt;chr&gt;        &lt;chr&gt;  &lt;chr&gt;             &lt;chr&gt;       &lt;chr&gt;          &lt;chr&gt;        
1 road         lnight High sleep distu… EEA         different sou… inside agglo…
# ℹ 1 more variable: threshold_name &lt;chr&gt;
# A tibble: 1 × 9
  noise_source metric outcome           data_source mapping_extend agglomeration
  &lt;chr&gt;        &lt;chr&gt;  &lt;chr&gt;             &lt;chr&gt;       &lt;chr&gt;          &lt;chr&gt;        
1 road         lnight High sleep distu… EEA         different sou… inside agglo…
# ℹ 3 more variables: threshold_name &lt;chr&gt;, n &lt;int&gt;, expon &lt;dbl&gt;
# A tibble: 1 × 7
  noise_source metric outcome           data_source mapping_extend agglomeration
  &lt;chr&gt;        &lt;chr&gt;  &lt;chr&gt;             &lt;chr&gt;       &lt;chr&gt;          &lt;chr&gt;        
1 road         lnight High sleep distu… EEA         different sou… inside agglo…
# ℹ 1 more variable: threshold_name &lt;chr&gt;
# A tibble: 1 × 9
  noise_source metric outcome           data_source mapping_extend agglomeration
  &lt;chr&gt;        &lt;chr&gt;  &lt;chr&gt;             &lt;chr&gt;       &lt;chr&gt;          &lt;chr&gt;        
1 road         lnight High sleep distu… EEA         different sou… inside agglo…
# ℹ 3 more variables: threshold_name &lt;chr&gt;, n &lt;int&gt;, expon &lt;dbl&gt;
# A tibble: 1 × 7
  noise_source metric outcome           data_source mapping_extend agglomeration
  &lt;chr&gt;        &lt;chr&gt;  &lt;chr&gt;             &lt;chr&gt;       &lt;chr&gt;          &lt;chr&gt;        
1 road         lden   High noise annoy… EEA         major sources  inside agglo…
# ℹ 1 more variable: threshold_name &lt;chr&gt;
# A tibble: 1 × 9
  noise_source metric outcome           data_source mapping_extend agglomeration
  &lt;chr&gt;        &lt;chr&gt;  &lt;chr&gt;             &lt;chr&gt;       &lt;chr&gt;          &lt;chr&gt;        
1 road         lden   High noise annoy… EEA         major sources  inside agglo…
# ℹ 3 more variables: threshold_name &lt;chr&gt;, n &lt;int&gt;, expon &lt;dbl&gt;
# A tibble: 1 × 7
  noise_source metric outcome           data_source mapping_extend agglomeration
  &lt;chr&gt;        &lt;chr&gt;  &lt;chr&gt;             &lt;chr&gt;       &lt;chr&gt;          &lt;chr&gt;        
1 road         lden   High noise annoy… EEA         major sources  inside agglo…
# ℹ 1 more variable: threshold_name &lt;chr&gt;
# A tibble: 1 × 9
  noise_source metric outcome           data_source mapping_extend agglomeration
  &lt;chr&gt;        &lt;chr&gt;  &lt;chr&gt;             &lt;chr&gt;       &lt;chr&gt;          &lt;chr&gt;        
1 road         lden   High noise annoy… EEA         major sources  inside agglo…
# ℹ 3 more variables: threshold_name &lt;chr&gt;, n &lt;int&gt;, expon &lt;dbl&gt;
# A tibble: 1 × 7
  noise_source metric outcome           data_source mapping_extend agglomeration
  &lt;chr&gt;        &lt;chr&gt;  &lt;chr&gt;             &lt;chr&gt;       &lt;chr&gt;          &lt;chr&gt;        
1 road         lnight High sleep distu… EEA         major sources  inside agglo…
# ℹ 1 more variable: threshold_name &lt;chr&gt;
# A tibble: 1 × 9
  noise_source metric outcome           data_source mapping_extend agglomeration
  &lt;chr&gt;        &lt;chr&gt;  &lt;chr&gt;             &lt;chr&gt;       &lt;chr&gt;          &lt;chr&gt;        
1 road         lnight High sleep distu… EEA         major sources  inside agglo…
# ℹ 3 more variables: threshold_name &lt;chr&gt;, n &lt;int&gt;, expon &lt;dbl&gt;
# A tibble: 1 × 7
  noise_source metric outcome           data_source mapping_extend agglomeration
  &lt;chr&gt;        &lt;chr&gt;  &lt;chr&gt;             &lt;chr&gt;       &lt;chr&gt;          &lt;chr&gt;        
1 road         lnight High sleep distu… EEA         major sources  inside agglo…
# ℹ 1 more variable: threshold_name &lt;chr&gt;
# A tibble: 1 × 9
  noise_source metric outcome           data_source mapping_extend agglomeration
  &lt;chr&gt;        &lt;chr&gt;  &lt;chr&gt;             &lt;chr&gt;       &lt;chr&gt;          &lt;chr&gt;        
1 road         lnight High sleep distu… EEA         major sources  inside agglo…
# ℹ 3 more variables: threshold_name &lt;chr&gt;, n &lt;int&gt;, expon &lt;dbl&gt;
# A tibble: 1 × 7
  noise_source metric outcome           data_source mapping_extend agglomeration
  &lt;chr&gt;        &lt;chr&gt;  &lt;chr&gt;             &lt;chr&gt;       &lt;chr&gt;          &lt;chr&gt;        
1 air          lden   High noise annoy… EEA         different sou… inside agglo…
# ℹ 1 more variable: threshold_name &lt;chr&gt;
# A tibble: 1 × 9
  noise_source metric outcome           data_source mapping_extend agglomeration
  &lt;chr&gt;        &lt;chr&gt;  &lt;chr&gt;             &lt;chr&gt;       &lt;chr&gt;          &lt;chr&gt;        
1 air          lden   High noise annoy… EEA         different sou… inside agglo…
# ℹ 3 more variables: threshold_name &lt;chr&gt;, n &lt;int&gt;, expon &lt;dbl&gt;
# A tibble: 1 × 7
  noise_source metric outcome           data_source mapping_extend agglomeration
  &lt;chr&gt;        &lt;chr&gt;  &lt;chr&gt;             &lt;chr&gt;       &lt;chr&gt;          &lt;chr&gt;        
1 air          lden   High noise annoy… EEA         different sou… inside agglo…
# ℹ 1 more variable: threshold_name &lt;chr&gt;
# A tibble: 1 × 9
  noise_source metric outcome           data_source mapping_extend agglomeration
  &lt;chr&gt;        &lt;chr&gt;  &lt;chr&gt;             &lt;chr&gt;       &lt;chr&gt;          &lt;chr&gt;        
1 air          lden   High noise annoy… EEA         different sou… inside agglo…
# ℹ 3 more variables: threshold_name &lt;chr&gt;, n &lt;int&gt;, expon &lt;dbl&gt;
# A tibble: 1 × 7
  noise_source metric outcome           data_source mapping_extend agglomeration
  &lt;chr&gt;        &lt;chr&gt;  &lt;chr&gt;             &lt;chr&gt;       &lt;chr&gt;          &lt;chr&gt;        
1 air          lden   Reading Comprehe… EEA         different sou… inside agglo…
# ℹ 1 more variable: threshold_name &lt;chr&gt;
# A tibble: 1 × 9
  noise_source metric outcome           data_source mapping_extend agglomeration
  &lt;chr&gt;        &lt;chr&gt;  &lt;chr&gt;             &lt;chr&gt;       &lt;chr&gt;          &lt;chr&gt;        
1 air          lden   Reading Comprehe… EEA         different sou… inside agglo…
# ℹ 3 more variables: threshold_name &lt;chr&gt;, n &lt;int&gt;, expon &lt;dbl&gt;
# A tibble: 1 × 7
  noise_source metric outcome           data_source mapping_extend agglomeration
  &lt;chr&gt;        &lt;chr&gt;  &lt;chr&gt;             &lt;chr&gt;       &lt;chr&gt;          &lt;chr&gt;        
1 air          lden   Reading Comprehe… EEA         different sou… inside agglo…
# ℹ 1 more variable: threshold_name &lt;chr&gt;
# A tibble: 1 × 9
  noise_source metric outcome           data_source mapping_extend agglomeration
  &lt;chr&gt;        &lt;chr&gt;  &lt;chr&gt;             &lt;chr&gt;       &lt;chr&gt;          &lt;chr&gt;        
1 air          lden   Reading Comprehe… EEA         different sou… inside agglo…
# ℹ 3 more variables: threshold_name &lt;chr&gt;, n &lt;int&gt;, expon &lt;dbl&gt;
# A tibble: 1 × 7
  noise_source metric outcome           data_source mapping_extend agglomeration
  &lt;chr&gt;        &lt;chr&gt;  &lt;chr&gt;             &lt;chr&gt;       &lt;chr&gt;          &lt;chr&gt;        
1 air          lnight High sleep distu… EEA         different sou… inside agglo…
# ℹ 1 more variable: threshold_name &lt;chr&gt;
# A tibble: 1 × 9
  noise_source metric outcome           data_source mapping_extend agglomeration
  &lt;chr&gt;        &lt;chr&gt;  &lt;chr&gt;             &lt;chr&gt;       &lt;chr&gt;          &lt;chr&gt;        
1 air          lnight High sleep distu… EEA         different sou… inside agglo…
# ℹ 3 more variables: threshold_name &lt;chr&gt;, n &lt;int&gt;, expon &lt;dbl&gt;
# A tibble: 1 × 7
  noise_source metric outcome           data_source mapping_extend agglomeration
  &lt;chr&gt;        &lt;chr&gt;  &lt;chr&gt;             &lt;chr&gt;       &lt;chr&gt;          &lt;chr&gt;        
1 air          lnight High sleep distu… EEA         different sou… inside agglo…
# ℹ 1 more variable: threshold_name &lt;chr&gt;
# A tibble: 1 × 9
  noise_source metric outcome           data_source mapping_extend agglomeration
  &lt;chr&gt;        &lt;chr&gt;  &lt;chr&gt;             &lt;chr&gt;       &lt;chr&gt;          &lt;chr&gt;        
1 air          lnight High sleep distu… EEA         different sou… inside agglo…
# ℹ 3 more variables: threshold_name &lt;chr&gt;, n &lt;int&gt;, expon &lt;dbl&gt;
# A tibble: 1 × 7
  noise_source metric outcome           data_source mapping_extend agglomeration
  &lt;chr&gt;        &lt;chr&gt;  &lt;chr&gt;             &lt;chr&gt;       &lt;chr&gt;          &lt;chr&gt;        
1 air          lden   High noise annoy… EEA         major sources  inside agglo…
# ℹ 1 more variable: threshold_name &lt;chr&gt;
# A tibble: 1 × 9
  noise_source metric outcome           data_source mapping_extend agglomeration
  &lt;chr&gt;        &lt;chr&gt;  &lt;chr&gt;             &lt;chr&gt;       &lt;chr&gt;          &lt;chr&gt;        
1 air          lden   High noise annoy… EEA         major sources  inside agglo…
# ℹ 3 more variables: threshold_name &lt;chr&gt;, n &lt;int&gt;, expon &lt;dbl&gt;
# A tibble: 1 × 7
  noise_source metric outcome           data_source mapping_extend agglomeration
  &lt;chr&gt;        &lt;chr&gt;  &lt;chr&gt;             &lt;chr&gt;       &lt;chr&gt;          &lt;chr&gt;        
1 air          lden   High noise annoy… EEA         major sources  inside agglo…
# ℹ 1 more variable: threshold_name &lt;chr&gt;
# A tibble: 1 × 9
  noise_source metric outcome           data_source mapping_extend agglomeration
  &lt;chr&gt;        &lt;chr&gt;  &lt;chr&gt;             &lt;chr&gt;       &lt;chr&gt;          &lt;chr&gt;        
1 air          lden   High noise annoy… EEA         major sources  inside agglo…
# ℹ 3 more variables: threshold_name &lt;chr&gt;, n &lt;int&gt;, expon &lt;dbl&gt;
# A tibble: 1 × 7
  noise_source metric outcome           data_source mapping_extend agglomeration
  &lt;chr&gt;        &lt;chr&gt;  &lt;chr&gt;             &lt;chr&gt;       &lt;chr&gt;          &lt;chr&gt;        
1 air          lden   Reading Comprehe… EEA         major sources  inside agglo…
# ℹ 1 more variable: threshold_name &lt;chr&gt;
# A tibble: 1 × 9
  noise_source metric outcome           data_source mapping_extend agglomeration
  &lt;chr&gt;        &lt;chr&gt;  &lt;chr&gt;             &lt;chr&gt;       &lt;chr&gt;          &lt;chr&gt;        
1 air          lden   Reading Comprehe… EEA         major sources  inside agglo…
# ℹ 3 more variables: threshold_name &lt;chr&gt;, n &lt;int&gt;, expon &lt;dbl&gt;
# A tibble: 1 × 7
  noise_source metric outcome           data_source mapping_extend agglomeration
  &lt;chr&gt;        &lt;chr&gt;  &lt;chr&gt;             &lt;chr&gt;       &lt;chr&gt;          &lt;chr&gt;        
1 air          lden   Reading Comprehe… EEA         major sources  inside agglo…
# ℹ 1 more variable: threshold_name &lt;chr&gt;
# A tibble: 1 × 9
  noise_source metric outcome           data_source mapping_extend agglomeration
  &lt;chr&gt;        &lt;chr&gt;  &lt;chr&gt;             &lt;chr&gt;       &lt;chr&gt;          &lt;chr&gt;        
1 air          lden   Reading Comprehe… EEA         major sources  inside agglo…
# ℹ 3 more variables: threshold_name &lt;chr&gt;, n &lt;int&gt;, expon &lt;dbl&gt;
# A tibble: 1 × 7
  noise_source metric outcome           data_source mapping_extend agglomeration
  &lt;chr&gt;        &lt;chr&gt;  &lt;chr&gt;             &lt;chr&gt;       &lt;chr&gt;          &lt;chr&gt;        
1 air          lnight High sleep distu… EEA         major sources  inside agglo…
# ℹ 1 more variable: threshold_name &lt;chr&gt;
# A tibble: 1 × 9
  noise_source metric outcome           data_source mapping_extend agglomeration
  &lt;chr&gt;        &lt;chr&gt;  &lt;chr&gt;             &lt;chr&gt;       &lt;chr&gt;          &lt;chr&gt;        
1 air          lnight High sleep distu… EEA         major sources  inside agglo…
# ℹ 3 more variables: threshold_name &lt;chr&gt;, n &lt;int&gt;, expon &lt;dbl&gt;
# A tibble: 1 × 7
  noise_source metric outcome           data_source mapping_extend agglomeration
  &lt;chr&gt;        &lt;chr&gt;  &lt;chr&gt;             &lt;chr&gt;       &lt;chr&gt;          &lt;chr&gt;        
1 air          lnight High sleep distu… EEA         major sources  inside agglo…
# ℹ 1 more variable: threshold_name &lt;chr&gt;
# A tibble: 1 × 9
  noise_source metric outcome           data_source mapping_extend agglomeration
  &lt;chr&gt;        &lt;chr&gt;  &lt;chr&gt;             &lt;chr&gt;       &lt;chr&gt;          &lt;chr&gt;        
1 air          lnight High sleep distu… EEA         major sources  inside agglo…
# ℹ 3 more variables: threshold_name &lt;chr&gt;, n &lt;int&gt;, expon &lt;dbl&gt;
# A tibble: 1 × 7
  noise_source metric outcome           data_source mapping_extend agglomeration
  &lt;chr&gt;        &lt;chr&gt;  &lt;chr&gt;             &lt;chr&gt;       &lt;chr&gt;          &lt;chr&gt;        
1 rail         lden   High noise annoy… EEA         different sou… inside agglo…
# ℹ 1 more variable: threshold_name &lt;chr&gt;
# A tibble: 1 × 9
  noise_source metric outcome           data_source mapping_extend agglomeration
  &lt;chr&gt;        &lt;chr&gt;  &lt;chr&gt;             &lt;chr&gt;       &lt;chr&gt;          &lt;chr&gt;        
1 rail         lden   High noise annoy… EEA         different sou… inside agglo…
# ℹ 3 more variables: threshold_name &lt;chr&gt;, n &lt;int&gt;, expon &lt;dbl&gt;
# A tibble: 1 × 7
  noise_source metric outcome           data_source mapping_extend agglomeration
  &lt;chr&gt;        &lt;chr&gt;  &lt;chr&gt;             &lt;chr&gt;       &lt;chr&gt;          &lt;chr&gt;        
1 rail         lden   High noise annoy… EEA         different sou… inside agglo…
# ℹ 1 more variable: threshold_name &lt;chr&gt;
# A tibble: 1 × 9
  noise_source metric outcome           data_source mapping_extend agglomeration
  &lt;chr&gt;        &lt;chr&gt;  &lt;chr&gt;             &lt;chr&gt;       &lt;chr&gt;          &lt;chr&gt;        
1 rail         lden   High noise annoy… EEA         different sou… inside agglo…
# ℹ 3 more variables: threshold_name &lt;chr&gt;, n &lt;int&gt;, expon &lt;dbl&gt;
# A tibble: 1 × 7
  noise_source metric outcome           data_source mapping_extend agglomeration
  &lt;chr&gt;        &lt;chr&gt;  &lt;chr&gt;             &lt;chr&gt;       &lt;chr&gt;          &lt;chr&gt;        
1 rail         lnight High sleep distu… EEA         different sou… inside agglo…
# ℹ 1 more variable: threshold_name &lt;chr&gt;
# A tibble: 1 × 9
  noise_source metric outcome           data_source mapping_extend agglomeration
  &lt;chr&gt;        &lt;chr&gt;  &lt;chr&gt;             &lt;chr&gt;       &lt;chr&gt;          &lt;chr&gt;        
1 rail         lnight High sleep distu… EEA         different sou… inside agglo…
# ℹ 3 more variables: threshold_name &lt;chr&gt;, n &lt;int&gt;, expon &lt;dbl&gt;
# A tibble: 1 × 7
  noise_source metric outcome           data_source mapping_extend agglomeration
  &lt;chr&gt;        &lt;chr&gt;  &lt;chr&gt;             &lt;chr&gt;       &lt;chr&gt;          &lt;chr&gt;        
1 rail         lnight High sleep distu… EEA         different sou… inside agglo…
# ℹ 1 more variable: threshold_name &lt;chr&gt;
# A tibble: 1 × 9
  noise_source metric outcome           data_source mapping_extend agglomeration
  &lt;chr&gt;        &lt;chr&gt;  &lt;chr&gt;             &lt;chr&gt;       &lt;chr&gt;          &lt;chr&gt;        
1 rail         lnight High sleep distu… EEA         different sou… inside agglo…
# ℹ 3 more variables: threshold_name &lt;chr&gt;, n &lt;int&gt;, expon &lt;dbl&gt;
# A tibble: 1 × 7
  noise_source metric outcome           data_source mapping_extend agglomeration
  &lt;chr&gt;        &lt;chr&gt;  &lt;chr&gt;             &lt;chr&gt;       &lt;chr&gt;          &lt;chr&gt;        
1 rail         lden   High noise annoy… EEA         major sources  inside agglo…
# ℹ 1 more variable: threshold_name &lt;chr&gt;
# A tibble: 1 × 9
  noise_source metric outcome           data_source mapping_extend agglomeration
  &lt;chr&gt;        &lt;chr&gt;  &lt;chr&gt;             &lt;chr&gt;       &lt;chr&gt;          &lt;chr&gt;        
1 rail         lden   High noise annoy… EEA         major sources  inside agglo…
# ℹ 3 more variables: threshold_name &lt;chr&gt;, n &lt;int&gt;, expon &lt;dbl&gt;
# A tibble: 1 × 7
  noise_source metric outcome           data_source mapping_extend agglomeration
  &lt;chr&gt;        &lt;chr&gt;  &lt;chr&gt;             &lt;chr&gt;       &lt;chr&gt;          &lt;chr&gt;        
1 rail         lden   High noise annoy… EEA         major sources  inside agglo…
# ℹ 1 more variable: threshold_name &lt;chr&gt;
# A tibble: 1 × 9
  noise_source metric outcome           data_source mapping_extend agglomeration
  &lt;chr&gt;        &lt;chr&gt;  &lt;chr&gt;             &lt;chr&gt;       &lt;chr&gt;          &lt;chr&gt;        
1 rail         lden   High noise annoy… EEA         major sources  inside agglo…
# ℹ 3 more variables: threshold_name &lt;chr&gt;, n &lt;int&gt;, expon &lt;dbl&gt;
# A tibble: 1 × 7
  noise_source metric outcome           data_source mapping_extend agglomeration
  &lt;chr&gt;        &lt;chr&gt;  &lt;chr&gt;             &lt;chr&gt;       &lt;chr&gt;          &lt;chr&gt;        
1 rail         lnight High sleep distu… EEA         major sources  inside agglo…
# ℹ 1 more variable: threshold_name &lt;chr&gt;
# A tibble: 1 × 9
  noise_source metric outcome           data_source mapping_extend agglomeration
  &lt;chr&gt;        &lt;chr&gt;  &lt;chr&gt;             &lt;chr&gt;       &lt;chr&gt;          &lt;chr&gt;        
1 rail         lnight High sleep distu… EEA         major sources  inside agglo…
# ℹ 3 more variables: threshold_name &lt;chr&gt;, n &lt;int&gt;, expon &lt;dbl&gt;
# A tibble: 1 × 7
  noise_source metric outcome           data_source mapping_extend agglomeration
  &lt;chr&gt;        &lt;chr&gt;  &lt;chr&gt;             &lt;chr&gt;       &lt;chr&gt;          &lt;chr&gt;        
1 rail         lnight High sleep distu… EEA         major sources  inside agglo…
# ℹ 1 more variable: threshold_name &lt;chr&gt;
# A tibble: 1 × 9
  noise_source metric outcome           data_source mapping_extend agglomeration
  &lt;chr&gt;        &lt;chr&gt;  &lt;chr&gt;             &lt;chr&gt;       &lt;chr&gt;          &lt;chr&gt;        
1 rail         lnight High sleep distu… EEA         major sources  inside agglo…
# ℹ 3 more variables: threshold_name &lt;chr&gt;, n &lt;int&gt;, expon &lt;dbl&gt;
# A tibble: 1 × 7
  noise_source metric outcome           data_source mapping_extend agglomeration
  &lt;chr&gt;        &lt;chr&gt;  &lt;chr&gt;             &lt;chr&gt;       &lt;chr&gt;          &lt;chr&gt;        
1 industry     lden   High noise annoy… EEA         different sou… inside agglo…
# ℹ 1 more variable: threshold_name &lt;chr&gt;
# A tibble: 1 × 9
  noise_source metric outcome           data_source mapping_extend agglomeration
  &lt;chr&gt;        &lt;chr&gt;  &lt;chr&gt;             &lt;chr&gt;       &lt;chr&gt;          &lt;chr&gt;        
1 industry     lden   High noise annoy… EEA         different sou… inside agglo…
# ℹ 3 more variables: threshold_name &lt;chr&gt;, n &lt;int&gt;, expon &lt;dbl&gt;
# A tibble: 1 × 7
  noise_source metric outcome           data_source mapping_extend agglomeration
  &lt;chr&gt;        &lt;chr&gt;  &lt;chr&gt;             &lt;chr&gt;       &lt;chr&gt;          &lt;chr&gt;        
1 industry     lden   High noise annoy… EEA         different sou… inside agglo…
# ℹ 1 more variable: threshold_name &lt;chr&gt;
# A tibble: 1 × 9
  noise_source metric outcome           data_source mapping_extend agglomeration
  &lt;chr&gt;        &lt;chr&gt;  &lt;chr&gt;             &lt;chr&gt;       &lt;chr&gt;          &lt;chr&gt;        
1 industry     lden   High noise annoy… EEA         different sou… inside agglo…
# ℹ 3 more variables: threshold_name &lt;chr&gt;, n &lt;int&gt;, expon &lt;dbl&gt;
# A tibble: 1 × 7
  noise_source metric outcome           data_source mapping_extend agglomeration
  &lt;chr&gt;        &lt;chr&gt;  &lt;chr&gt;             &lt;chr&gt;       &lt;chr&gt;          &lt;chr&gt;        
1 industry     lnight High sleep distu… EEA         different sou… inside agglo…
# ℹ 1 more variable: threshold_name &lt;chr&gt;
# A tibble: 1 × 9
  noise_source metric outcome           data_source mapping_extend agglomeration
  &lt;chr&gt;        &lt;chr&gt;  &lt;chr&gt;             &lt;chr&gt;       &lt;chr&gt;          &lt;chr&gt;        
1 industry     lnight High sleep distu… EEA         different sou… inside agglo…
# ℹ 3 more variables: threshold_name &lt;chr&gt;, n &lt;int&gt;, expon &lt;dbl&gt;
# A tibble: 1 × 7
  noise_source metric outcome           data_source mapping_extend agglomeration
  &lt;chr&gt;        &lt;chr&gt;  &lt;chr&gt;             &lt;chr&gt;       &lt;chr&gt;          &lt;chr&gt;        
1 industry     lnight High sleep distu… EEA         different sou… inside agglo…
# ℹ 1 more variable: threshold_name &lt;chr&gt;
# A tibble: 1 × 9
  noise_source metric outcome           data_source mapping_extend agglomeration
  &lt;chr&gt;        &lt;chr&gt;  &lt;chr&gt;             &lt;chr&gt;       &lt;chr&gt;          &lt;chr&gt;        
1 industry     lnight High sleep distu… EEA         different sou… inside agglo…
# ℹ 3 more variables: threshold_name &lt;chr&gt;, n &lt;int&gt;, expon &lt;dbl&gt;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1 × 7
  noise_source metric outcome           data_source mapping_extend agglomeration
  &lt;chr&gt;        &lt;chr&gt;  &lt;chr&gt;             &lt;chr&gt;       &lt;chr&gt;          &lt;chr&gt;        
1 road         lden   All-cause mortal… EEA         different sou… inside agglo…
# ℹ 1 more variable: threshold_name &lt;chr&gt;
# A tibble: 1 × 9
  noise_source metric outcome           data_source mapping_extend agglomeration
  &lt;chr&gt;        &lt;chr&gt;  &lt;chr&gt;             &lt;chr&gt;       &lt;chr&gt;          &lt;chr&gt;        
1 road         lden   All-cause mortal… EEA         different sou… inside agglo…
# ℹ 3 more variables: threshold_name &lt;chr&gt;, n &lt;int&gt;, expon &lt;dbl&gt;
# A tibble: 1 × 7
  noise_source metric outcome           data_source mapping_extend agglomeration
  &lt;chr&gt;        &lt;chr&gt;  &lt;chr&gt;             &lt;chr&gt;       &lt;chr&gt;          &lt;chr&gt;        
1 road         lden   All-cause mortal… EEA         different sou… inside agglo…
# ℹ 1 more variable: threshold_name &lt;chr&gt;
# A tibble: 1 × 9
  noise_source metric outcome           data_source mapping_extend agglomeration
  &lt;chr&gt;        &lt;chr&gt;  &lt;chr&gt;             &lt;chr&gt;       &lt;chr&gt;          &lt;chr&gt;        
1 road         lden   All-cause mortal… EEA         different sou… inside agglo…
# ℹ 3 more variables: threshold_name &lt;chr&gt;, n &lt;int&gt;, expon &lt;dbl&gt;
# A tibble: 1 × 7
  noise_source metric outcome           data_source mapping_extend agglomeration
  &lt;chr&gt;        &lt;chr&gt;  &lt;chr&gt;             &lt;chr&gt;       &lt;chr&gt;          &lt;chr&gt;        
1 road         lden   Cardiovascular d… EEA         different sou… inside agglo…
# ℹ 1 more variable: threshold_name &lt;chr&gt;
# A tibble: 1 × 9
  noise_source metric outcome           data_source mapping_extend agglomeration
  &lt;chr&gt;        &lt;chr&gt;  &lt;chr&gt;             &lt;chr&gt;       &lt;chr&gt;          &lt;chr&gt;        
1 road         lden   Cardiovascular d… EEA         different sou… inside agglo…
# ℹ 3 more variables: threshold_name &lt;chr&gt;, n &lt;int&gt;, expon &lt;dbl&gt;
# A tibble: 1 × 7
  noise_source metric outcome           data_source mapping_extend agglomeration
  &lt;chr&gt;        &lt;chr&gt;  &lt;chr&gt;             &lt;chr&gt;       &lt;chr&gt;          &lt;chr&gt;        
1 road         lden   Cardiovascular d… EEA         different sou… inside agglo…
# ℹ 1 more variable: threshold_name &lt;chr&gt;
# A tibble: 1 × 9
  noise_source metric outcome           data_source mapping_extend agglomeration
  &lt;chr&gt;        &lt;chr&gt;  &lt;chr&gt;             &lt;chr&gt;       &lt;chr&gt;          &lt;chr&gt;        
1 road         lden   Cardiovascular d… EEA         different sou… inside agglo…
# ℹ 3 more variables: threshold_name &lt;chr&gt;, n &lt;int&gt;, expon &lt;dbl&gt;
# A tibble: 1 × 7
  noise_source metric outcome data_source mapping_extend    agglomeration       
  &lt;chr&gt;        &lt;chr&gt;  &lt;chr&gt;   &lt;chr&gt;       &lt;chr&gt;             &lt;chr&gt;               
1 road         lden   IHD     EEA         different sources inside agglomeratio…
# ℹ 1 more variable: threshold_name &lt;chr&gt;
# A tibble: 1 × 9
  noise_source metric outcome data_source mapping_extend    agglomeration       
  &lt;chr&gt;        &lt;chr&gt;  &lt;chr&gt;   &lt;chr&gt;       &lt;chr&gt;             &lt;chr&gt;               
1 road         lden   IHD     EEA         different sources inside agglomeratio…
# ℹ 3 more variables: threshold_name &lt;chr&gt;, n &lt;int&gt;, expon &lt;dbl&gt;
# A tibble: 1 × 7
  noise_source metric outcome  data_source mapping_extend    agglomeration      
  &lt;chr&gt;        &lt;chr&gt;  &lt;chr&gt;    &lt;chr&gt;       &lt;chr&gt;             &lt;chr&gt;              
1 road         lden   Diabetes EEA         different sources inside agglomerati…
# ℹ 1 more variable: threshold_name &lt;chr&gt;
# A tibble: 1 × 9
  noise_source metric outcome  data_source mapping_extend    agglomeration      
  &lt;chr&gt;        &lt;chr&gt;  &lt;chr&gt;    &lt;chr&gt;       &lt;chr&gt;             &lt;chr&gt;              
1 road         lden   Diabetes EEA         different sources inside agglomerati…
# ℹ 3 more variables: threshold_name &lt;chr&gt;, n &lt;int&gt;, expon &lt;dbl&gt;
# A tibble: 1 × 7
  noise_source metric outcome  data_source mapping_extend    agglomeration      
  &lt;chr&gt;        &lt;chr&gt;  &lt;chr&gt;    &lt;chr&gt;       &lt;chr&gt;             &lt;chr&gt;              
1 road         lden   Diabetes EEA         different sources inside agglomerati…
# ℹ 1 more variable: threshold_name &lt;chr&gt;
# A tibble: 1 × 9
  noise_source metric outcome  data_source mapping_extend    agglomeration      
  &lt;chr&gt;        &lt;chr&gt;  &lt;chr&gt;    &lt;chr&gt;       &lt;chr&gt;             &lt;chr&gt;              
1 road         lden   Diabetes EEA         different sources inside agglomerati…
# ℹ 3 more variables: threshold_name &lt;chr&gt;, n &lt;int&gt;, expon &lt;dbl&gt;
# A tibble: 1 × 7
  noise_source metric outcome           data_source mapping_extend agglomeration
  &lt;chr&gt;        &lt;chr&gt;  &lt;chr&gt;             &lt;chr&gt;       &lt;chr&gt;          &lt;chr&gt;        
1 road         lden   All-cause mortal… EEA         major sources  inside agglo…
# ℹ 1 more variable: threshold_name &lt;chr&gt;
# A tibble: 1 × 9
  noise_source metric outcome           data_source mapping_extend agglomeration
  &lt;chr&gt;        &lt;chr&gt;  &lt;chr&gt;             &lt;chr&gt;       &lt;chr&gt;          &lt;chr&gt;        
1 road         lden   All-cause mortal… EEA         major sources  inside agglo…
# ℹ 3 more variables: threshold_name &lt;chr&gt;, n &lt;int&gt;, expon &lt;dbl&gt;
# A tibble: 1 × 7
  noise_source metric outcome           data_source mapping_extend agglomeration
  &lt;chr&gt;        &lt;chr&gt;  &lt;chr&gt;             &lt;chr&gt;       &lt;chr&gt;          &lt;chr&gt;        
1 road         lden   All-cause mortal… EEA         major sources  inside agglo…
# ℹ 1 more variable: threshold_name &lt;chr&gt;
# A tibble: 1 × 9
  noise_source metric outcome           data_source mapping_extend agglomeration
  &lt;chr&gt;        &lt;chr&gt;  &lt;chr&gt;             &lt;chr&gt;       &lt;chr&gt;          &lt;chr&gt;        
1 road         lden   All-cause mortal… EEA         major sources  inside agglo…
# ℹ 3 more variables: threshold_name &lt;chr&gt;, n &lt;int&gt;, expon &lt;dbl&gt;
# A tibble: 1 × 7
  noise_source metric outcome           data_source mapping_extend agglomeration
  &lt;chr&gt;        &lt;chr&gt;  &lt;chr&gt;             &lt;chr&gt;       &lt;chr&gt;          &lt;chr&gt;        
1 road         lden   Cardiovascular d… EEA         major sources  inside agglo…
# ℹ 1 more variable: threshold_name &lt;chr&gt;
# A tibble: 1 × 9
  noise_source metric outcome           data_source mapping_extend agglomeration
  &lt;chr&gt;        &lt;chr&gt;  &lt;chr&gt;             &lt;chr&gt;       &lt;chr&gt;          &lt;chr&gt;        
1 road         lden   Cardiovascular d… EEA         major sources  inside agglo…
# ℹ 3 more variables: threshold_name &lt;chr&gt;, n &lt;int&gt;, expon &lt;dbl&gt;
# A tibble: 1 × 7
  noise_source metric outcome           data_source mapping_extend agglomeration
  &lt;chr&gt;        &lt;chr&gt;  &lt;chr&gt;             &lt;chr&gt;       &lt;chr&gt;          &lt;chr&gt;        
1 road         lden   Cardiovascular d… EEA         major sources  inside agglo…
# ℹ 1 more variable: threshold_name &lt;chr&gt;
# A tibble: 1 × 9
  noise_source metric outcome           data_source mapping_extend agglomeration
  &lt;chr&gt;        &lt;chr&gt;  &lt;chr&gt;             &lt;chr&gt;       &lt;chr&gt;          &lt;chr&gt;        
1 road         lden   Cardiovascular d… EEA         major sources  inside agglo…
# ℹ 3 more variables: threshold_name &lt;chr&gt;, n &lt;int&gt;, expon &lt;dbl&gt;
# A tibble: 1 × 7
  noise_source metric outcome data_source mapping_extend agglomeration        
  &lt;chr&gt;        &lt;chr&gt;  &lt;chr&gt;   &lt;chr&gt;       &lt;chr&gt;          &lt;chr&gt;                
1 road         lden   IHD     EEA         major sources  inside agglomerations
# ℹ 1 more variable: threshold_name &lt;chr&gt;
# A tibble: 1 × 9
  noise_source metric outcome data_source mapping_extend agglomeration        
  &lt;chr&gt;        &lt;chr&gt;  &lt;chr&gt;   &lt;chr&gt;       &lt;chr&gt;          &lt;chr&gt;                
1 road         lden   IHD     EEA         major sources  inside agglomerations
# ℹ 3 more variables: threshold_name &lt;chr&gt;, n &lt;int&gt;, expon &lt;dbl&gt;
# A tibble: 1 × 7
  noise_source metric outcome  data_source mapping_extend agglomeration        
  &lt;chr&gt;        &lt;chr&gt;  &lt;chr&gt;    &lt;chr&gt;       &lt;chr&gt;          &lt;chr&gt;                
1 road         lden   Diabetes EEA         major sources  inside agglomerations
# ℹ 1 more variable: threshold_name &lt;chr&gt;
# A tibble: 1 × 9
  noise_source metric outcome  data_source mapping_extend agglomeration        
  &lt;chr&gt;        &lt;chr&gt;  &lt;chr&gt;    &lt;chr&gt;       &lt;chr&gt;          &lt;chr&gt;                
1 road         lden   Diabetes EEA         major sources  inside agglomerations
# ℹ 3 more variables: threshold_name &lt;chr&gt;, n &lt;int&gt;, expon &lt;dbl&gt;
# A tibble: 1 × 7
  noise_source metric outcome  data_source mapping_extend agglomeration        
  &lt;chr&gt;        &lt;chr&gt;  &lt;chr&gt;    &lt;chr&gt;       &lt;chr&gt;          &lt;chr&gt;                
1 road         lden   Diabetes EEA         major sources  inside agglomerations
# ℹ 1 more variable: threshold_name &lt;chr&gt;
# A tibble: 1 × 9
  noise_source metric outcome  data_source mapping_extend agglomeration        
  &lt;chr&gt;        &lt;chr&gt;  &lt;chr&gt;    &lt;chr&gt;       &lt;chr&gt;          &lt;chr&gt;                
1 road         lden   Diabetes EEA         major sources  inside agglomerations
# ℹ 3 more variables: threshold_name &lt;chr&gt;, n &lt;int&gt;, expon &lt;dbl&gt;
# A tibble: 1 × 7
  noise_source metric outcome           data_source mapping_extend agglomeration
  &lt;chr&gt;        &lt;chr&gt;  &lt;chr&gt;             &lt;chr&gt;       &lt;chr&gt;          &lt;chr&gt;        
1 air          lden   All-cause mortal… EEA         different sou… inside agglo…
# ℹ 1 more variable: threshold_name &lt;chr&gt;
# A tibble: 1 × 9
  noise_source metric outcome           data_source mapping_extend agglomeration
  &lt;chr&gt;        &lt;chr&gt;  &lt;chr&gt;             &lt;chr&gt;       &lt;chr&gt;          &lt;chr&gt;        
1 air          lden   All-cause mortal… EEA         different sou… inside agglo…
# ℹ 3 more variables: threshold_name &lt;chr&gt;, n &lt;int&gt;, expon &lt;dbl&gt;
# A tibble: 1 × 7
  noise_source metric outcome           data_source mapping_extend agglomeration
  &lt;chr&gt;        &lt;chr&gt;  &lt;chr&gt;             &lt;chr&gt;       &lt;chr&gt;          &lt;chr&gt;        
1 air          lden   All-cause mortal… EEA         different sou… inside agglo…
# ℹ 1 more variable: threshold_name &lt;chr&gt;
# A tibble: 1 × 9
  noise_source metric outcome           data_source mapping_extend agglomeration
  &lt;chr&gt;        &lt;chr&gt;  &lt;chr&gt;             &lt;chr&gt;       &lt;chr&gt;          &lt;chr&gt;        
1 air          lden   All-cause mortal… EEA         different sou… inside agglo…
# ℹ 3 more variables: threshold_name &lt;chr&gt;, n &lt;int&gt;, expon &lt;dbl&gt;
# A tibble: 1 × 7
  noise_source metric outcome           data_source mapping_extend agglomeration
  &lt;chr&gt;        &lt;chr&gt;  &lt;chr&gt;             &lt;chr&gt;       &lt;chr&gt;          &lt;chr&gt;        
1 air          lden   Cardiovascular d… EEA         different sou… inside agglo…
# ℹ 1 more variable: threshold_name &lt;chr&gt;
# A tibble: 1 × 9
  noise_source metric outcome           data_source mapping_extend agglomeration
  &lt;chr&gt;        &lt;chr&gt;  &lt;chr&gt;             &lt;chr&gt;       &lt;chr&gt;          &lt;chr&gt;        
1 air          lden   Cardiovascular d… EEA         different sou… inside agglo…
# ℹ 3 more variables: threshold_name &lt;chr&gt;, n &lt;int&gt;, expon &lt;dbl&gt;
# A tibble: 1 × 7
  noise_source metric outcome           data_source mapping_extend agglomeration
  &lt;chr&gt;        &lt;chr&gt;  &lt;chr&gt;             &lt;chr&gt;       &lt;chr&gt;          &lt;chr&gt;        
1 air          lden   Cardiovascular d… EEA         different sou… inside agglo…
# ℹ 1 more variable: threshold_name &lt;chr&gt;
# A tibble: 1 × 9
  noise_source metric outcome           data_source mapping_extend agglomeration
  &lt;chr&gt;        &lt;chr&gt;  &lt;chr&gt;             &lt;chr&gt;       &lt;chr&gt;          &lt;chr&gt;        
1 air          lden   Cardiovascular d… EEA         different sou… inside agglo…
# ℹ 3 more variables: threshold_name &lt;chr&gt;, n &lt;int&gt;, expon &lt;dbl&gt;
# A tibble: 1 × 7
  noise_source metric outcome  data_source mapping_extend    agglomeration      
  &lt;chr&gt;        &lt;chr&gt;  &lt;chr&gt;    &lt;chr&gt;       &lt;chr&gt;             &lt;chr&gt;              
1 air          lden   Diabetes EEA         different sources inside agglomerati…
# ℹ 1 more variable: threshold_name &lt;chr&gt;
# A tibble: 1 × 9
  noise_source metric outcome  data_source mapping_extend    agglomeration      
  &lt;chr&gt;        &lt;chr&gt;  &lt;chr&gt;    &lt;chr&gt;       &lt;chr&gt;             &lt;chr&gt;              
1 air          lden   Diabetes EEA         different sources inside agglomerati…
# ℹ 3 more variables: threshold_name &lt;chr&gt;, n &lt;int&gt;, expon &lt;dbl&gt;
# A tibble: 1 × 7
  noise_source metric outcome  data_source mapping_extend    agglomeration      
  &lt;chr&gt;        &lt;chr&gt;  &lt;chr&gt;    &lt;chr&gt;       &lt;chr&gt;             &lt;chr&gt;              
1 air          lden   Diabetes EEA         different sources inside agglomerati…
# ℹ 1 more variable: threshold_name &lt;chr&gt;
# A tibble: 1 × 9
  noise_source metric outcome  data_source mapping_extend    agglomeration      
  &lt;chr&gt;        &lt;chr&gt;  &lt;chr&gt;    &lt;chr&gt;       &lt;chr&gt;             &lt;chr&gt;              
1 air          lden   Diabetes EEA         different sources inside agglomerati…
# ℹ 3 more variables: threshold_name &lt;chr&gt;, n &lt;int&gt;, expon &lt;dbl&gt;
# A tibble: 1 × 7
  noise_source metric outcome           data_source mapping_extend agglomeration
  &lt;chr&gt;        &lt;chr&gt;  &lt;chr&gt;             &lt;chr&gt;       &lt;chr&gt;          &lt;chr&gt;        
1 air          lden   All-cause mortal… EEA         major sources  inside agglo…
# ℹ 1 more variable: threshold_name &lt;chr&gt;
# A tibble: 1 × 9
  noise_source metric outcome           data_source mapping_extend agglomeration
  &lt;chr&gt;        &lt;chr&gt;  &lt;chr&gt;             &lt;chr&gt;       &lt;chr&gt;          &lt;chr&gt;        
1 air          lden   All-cause mortal… EEA         major sources  inside agglo…
# ℹ 3 more variables: threshold_name &lt;chr&gt;, n &lt;int&gt;, expon &lt;dbl&gt;
# A tibble: 1 × 7
  noise_source metric outcome           data_source mapping_extend agglomeration
  &lt;chr&gt;        &lt;chr&gt;  &lt;chr&gt;             &lt;chr&gt;       &lt;chr&gt;          &lt;chr&gt;        
1 air          lden   All-cause mortal… EEA         major sources  inside agglo…
# ℹ 1 more variable: threshold_name &lt;chr&gt;
# A tibble: 1 × 9
  noise_source metric outcome           data_source mapping_extend agglomeration
  &lt;chr&gt;        &lt;chr&gt;  &lt;chr&gt;             &lt;chr&gt;       &lt;chr&gt;          &lt;chr&gt;        
1 air          lden   All-cause mortal… EEA         major sources  inside agglo…
# ℹ 3 more variables: threshold_name &lt;chr&gt;, n &lt;int&gt;, expon &lt;dbl&gt;
# A tibble: 1 × 7
  noise_source metric outcome           data_source mapping_extend agglomeration
  &lt;chr&gt;        &lt;chr&gt;  &lt;chr&gt;             &lt;chr&gt;       &lt;chr&gt;          &lt;chr&gt;        
1 air          lden   Cardiovascular d… EEA         major sources  inside agglo…
# ℹ 1 more variable: threshold_name &lt;chr&gt;
# A tibble: 1 × 9
  noise_source metric outcome           data_source mapping_extend agglomeration
  &lt;chr&gt;        &lt;chr&gt;  &lt;chr&gt;             &lt;chr&gt;       &lt;chr&gt;          &lt;chr&gt;        
1 air          lden   Cardiovascular d… EEA         major sources  inside agglo…
# ℹ 3 more variables: threshold_name &lt;chr&gt;, n &lt;int&gt;, expon &lt;dbl&gt;
# A tibble: 1 × 7
  noise_source metric outcome           data_source mapping_extend agglomeration
  &lt;chr&gt;        &lt;chr&gt;  &lt;chr&gt;             &lt;chr&gt;       &lt;chr&gt;          &lt;chr&gt;        
1 air          lden   Cardiovascular d… EEA         major sources  inside agglo…
# ℹ 1 more variable: threshold_name &lt;chr&gt;
# A tibble: 1 × 9
  noise_source metric outcome           data_source mapping_extend agglomeration
  &lt;chr&gt;        &lt;chr&gt;  &lt;chr&gt;             &lt;chr&gt;       &lt;chr&gt;          &lt;chr&gt;        
1 air          lden   Cardiovascular d… EEA         major sources  inside agglo…
# ℹ 3 more variables: threshold_name &lt;chr&gt;, n &lt;int&gt;, expon &lt;dbl&gt;
# A tibble: 1 × 7
  noise_source metric outcome  data_source mapping_extend agglomeration        
  &lt;chr&gt;        &lt;chr&gt;  &lt;chr&gt;    &lt;chr&gt;       &lt;chr&gt;          &lt;chr&gt;                
1 air          lden   Diabetes EEA         major sources  inside agglomerations
# ℹ 1 more variable: threshold_name &lt;chr&gt;
# A tibble: 1 × 9
  noise_source metric outcome  data_source mapping_extend agglomeration        
  &lt;chr&gt;        &lt;chr&gt;  &lt;chr&gt;    &lt;chr&gt;       &lt;chr&gt;          &lt;chr&gt;                
1 air          lden   Diabetes EEA         major sources  inside agglomerations
# ℹ 3 more variables: threshold_name &lt;chr&gt;, n &lt;int&gt;, expon &lt;dbl&gt;
# A tibble: 1 × 7
  noise_source metric outcome  data_source mapping_extend agglomeration        
  &lt;chr&gt;        &lt;chr&gt;  &lt;chr&gt;    &lt;chr&gt;       &lt;chr&gt;          &lt;chr&gt;                
1 air          lden   Diabetes EEA         major sources  inside agglomerations
# ℹ 1 more variable: threshold_name &lt;chr&gt;
# A tibble: 1 × 9
  noise_source metric outcome  data_source mapping_extend agglomeration        
  &lt;chr&gt;        &lt;chr&gt;  &lt;chr&gt;    &lt;chr&gt;       &lt;chr&gt;          &lt;chr&gt;                
1 air          lden   Diabetes EEA         major sources  inside agglomerations
# ℹ 3 more variables: threshold_name &lt;chr&gt;, n &lt;int&gt;, expon &lt;dbl&gt;
# A tibble: 1 × 7
  noise_source metric outcome           data_source mapping_extend agglomeration
  &lt;chr&gt;        &lt;chr&gt;  &lt;chr&gt;             &lt;chr&gt;       &lt;chr&gt;          &lt;chr&gt;        
1 rail         lden   All-cause mortal… EEA         different sou… inside agglo…
# ℹ 1 more variable: threshold_name &lt;chr&gt;
# A tibble: 1 × 9
  noise_source metric outcome           data_source mapping_extend agglomeration
  &lt;chr&gt;        &lt;chr&gt;  &lt;chr&gt;             &lt;chr&gt;       &lt;chr&gt;          &lt;chr&gt;        
1 rail         lden   All-cause mortal… EEA         different sou… inside agglo…
# ℹ 3 more variables: threshold_name &lt;chr&gt;, n &lt;int&gt;, expon &lt;dbl&gt;
# A tibble: 1 × 7
  noise_source metric outcome           data_source mapping_extend agglomeration
  &lt;chr&gt;        &lt;chr&gt;  &lt;chr&gt;             &lt;chr&gt;       &lt;chr&gt;          &lt;chr&gt;        
1 rail         lden   All-cause mortal… EEA         different sou… inside agglo…
# ℹ 1 more variable: threshold_name &lt;chr&gt;
# A tibble: 1 × 9
  noise_source metric outcome           data_source mapping_extend agglomeration
  &lt;chr&gt;        &lt;chr&gt;  &lt;chr&gt;             &lt;chr&gt;       &lt;chr&gt;          &lt;chr&gt;        
1 rail         lden   All-cause mortal… EEA         different sou… inside agglo…
# ℹ 3 more variables: threshold_name &lt;chr&gt;, n &lt;int&gt;, expon &lt;dbl&gt;
# A tibble: 1 × 7
  noise_source metric outcome           data_source mapping_extend agglomeration
  &lt;chr&gt;        &lt;chr&gt;  &lt;chr&gt;             &lt;chr&gt;       &lt;chr&gt;          &lt;chr&gt;        
1 rail         lden   Cardiovascular d… EEA         different sou… inside agglo…
# ℹ 1 more variable: threshold_name &lt;chr&gt;
# A tibble: 1 × 9
  noise_source metric outcome           data_source mapping_extend agglomeration
  &lt;chr&gt;        &lt;chr&gt;  &lt;chr&gt;             &lt;chr&gt;       &lt;chr&gt;          &lt;chr&gt;        
1 rail         lden   Cardiovascular d… EEA         different sou… inside agglo…
# ℹ 3 more variables: threshold_name &lt;chr&gt;, n &lt;int&gt;, expon &lt;dbl&gt;
# A tibble: 1 × 7
  noise_source metric outcome           data_source mapping_extend agglomeration
  &lt;chr&gt;        &lt;chr&gt;  &lt;chr&gt;             &lt;chr&gt;       &lt;chr&gt;          &lt;chr&gt;        
1 rail         lden   Cardiovascular d… EEA         different sou… inside agglo…
# ℹ 1 more variable: threshold_name &lt;chr&gt;
# A tibble: 1 × 9
  noise_source metric outcome           data_source mapping_extend agglomeration
  &lt;chr&gt;        &lt;chr&gt;  &lt;chr&gt;             &lt;chr&gt;       &lt;chr&gt;          &lt;chr&gt;        
1 rail         lden   Cardiovascular d… EEA         different sou… inside agglo…
# ℹ 3 more variables: threshold_name &lt;chr&gt;, n &lt;int&gt;, expon &lt;dbl&gt;
# A tibble: 1 × 7
  noise_source metric outcome  data_source mapping_extend    agglomeration      
  &lt;chr&gt;        &lt;chr&gt;  &lt;chr&gt;    &lt;chr&gt;       &lt;chr&gt;             &lt;chr&gt;              
1 rail         lden   Diabetes EEA         different sources inside agglomerati…
# ℹ 1 more variable: threshold_name &lt;chr&gt;
# A tibble: 1 × 9
  noise_source metric outcome  data_source mapping_extend    agglomeration      
  &lt;chr&gt;        &lt;chr&gt;  &lt;chr&gt;    &lt;chr&gt;       &lt;chr&gt;             &lt;chr&gt;              
1 rail         lden   Diabetes EEA         different sources inside agglomerati…
# ℹ 3 more variables: threshold_name &lt;chr&gt;, n &lt;int&gt;, expon &lt;dbl&gt;
# A tibble: 1 × 7
  noise_source metric outcome  data_source mapping_extend    agglomeration      
  &lt;chr&gt;        &lt;chr&gt;  &lt;chr&gt;    &lt;chr&gt;       &lt;chr&gt;             &lt;chr&gt;              
1 rail         lden   Diabetes EEA         different sources inside agglomerati…
# ℹ 1 more variable: threshold_name &lt;chr&gt;
# A tibble: 1 × 9
  noise_source metric outcome  data_source mapping_extend    agglomeration      
  &lt;chr&gt;        &lt;chr&gt;  &lt;chr&gt;    &lt;chr&gt;       &lt;chr&gt;             &lt;chr&gt;              
1 rail         lden   Diabetes EEA         different sources inside agglomerati…
# ℹ 3 more variables: threshold_name &lt;chr&gt;, n &lt;int&gt;, expon &lt;dbl&gt;
# A tibble: 1 × 7
  noise_source metric outcome           data_source mapping_extend agglomeration
  &lt;chr&gt;        &lt;chr&gt;  &lt;chr&gt;             &lt;chr&gt;       &lt;chr&gt;          &lt;chr&gt;        
1 rail         lden   All-cause mortal… EEA         major sources  inside agglo…
# ℹ 1 more variable: threshold_name &lt;chr&gt;
# A tibble: 1 × 9
  noise_source metric outcome           data_source mapping_extend agglomeration
  &lt;chr&gt;        &lt;chr&gt;  &lt;chr&gt;             &lt;chr&gt;       &lt;chr&gt;          &lt;chr&gt;        
1 rail         lden   All-cause mortal… EEA         major sources  inside agglo…
# ℹ 3 more variables: threshold_name &lt;chr&gt;, n &lt;int&gt;, expon &lt;dbl&gt;
# A tibble: 1 × 7
  noise_source metric outcome           data_source mapping_extend agglomeration
  &lt;chr&gt;        &lt;chr&gt;  &lt;chr&gt;             &lt;chr&gt;       &lt;chr&gt;          &lt;chr&gt;        
1 rail         lden   All-cause mortal… EEA         major sources  inside agglo…
# ℹ 1 more variable: threshold_name &lt;chr&gt;
# A tibble: 1 × 9
  noise_source metric outcome           data_source mapping_extend agglomeration
  &lt;chr&gt;        &lt;chr&gt;  &lt;chr&gt;             &lt;chr&gt;       &lt;chr&gt;          &lt;chr&gt;        
1 rail         lden   All-cause mortal… EEA         major sources  inside agglo…
# ℹ 3 more variables: threshold_name &lt;chr&gt;, n &lt;int&gt;, expon &lt;dbl&gt;
# A tibble: 1 × 7
  noise_source metric outcome           data_source mapping_extend agglomeration
  &lt;chr&gt;        &lt;chr&gt;  &lt;chr&gt;             &lt;chr&gt;       &lt;chr&gt;          &lt;chr&gt;        
1 rail         lden   Cardiovascular d… EEA         major sources  inside agglo…
# ℹ 1 more variable: threshold_name &lt;chr&gt;
# A tibble: 1 × 9
  noise_source metric outcome           data_source mapping_extend agglomeration
  &lt;chr&gt;        &lt;chr&gt;  &lt;chr&gt;             &lt;chr&gt;       &lt;chr&gt;          &lt;chr&gt;        
1 rail         lden   Cardiovascular d… EEA         major sources  inside agglo…
# ℹ 3 more variables: threshold_name &lt;chr&gt;, n &lt;int&gt;, expon &lt;dbl&gt;
# A tibble: 1 × 7
  noise_source metric outcome           data_source mapping_extend agglomeration
  &lt;chr&gt;        &lt;chr&gt;  &lt;chr&gt;             &lt;chr&gt;       &lt;chr&gt;          &lt;chr&gt;        
1 rail         lden   Cardiovascular d… EEA         major sources  inside agglo…
# ℹ 1 more variable: threshold_name &lt;chr&gt;
# A tibble: 1 × 9
  noise_source metric outcome           data_source mapping_extend agglomeration
  &lt;chr&gt;        &lt;chr&gt;  &lt;chr&gt;             &lt;chr&gt;       &lt;chr&gt;          &lt;chr&gt;        
1 rail         lden   Cardiovascular d… EEA         major sources  inside agglo…
# ℹ 3 more variables: threshold_name &lt;chr&gt;, n &lt;int&gt;, expon &lt;dbl&gt;
# A tibble: 1 × 7
  noise_source metric outcome  data_source mapping_extend agglomeration        
  &lt;chr&gt;        &lt;chr&gt;  &lt;chr&gt;    &lt;chr&gt;       &lt;chr&gt;          &lt;chr&gt;                
1 rail         lden   Diabetes EEA         major sources  inside agglomerations
# ℹ 1 more variable: threshold_name &lt;chr&gt;
# A tibble: 1 × 9
  noise_source metric outcome  data_source mapping_extend agglomeration        
  &lt;chr&gt;        &lt;chr&gt;  &lt;chr&gt;    &lt;chr&gt;       &lt;chr&gt;          &lt;chr&gt;                
1 rail         lden   Diabetes EEA         major sources  inside agglomerations
# ℹ 3 more variables: threshold_name &lt;chr&gt;, n &lt;int&gt;, expon &lt;dbl&gt;
# A tibble: 1 × 7
  noise_source metric outcome  data_source mapping_extend agglomeration        
  &lt;chr&gt;        &lt;chr&gt;  &lt;chr&gt;    &lt;chr&gt;       &lt;chr&gt;          &lt;chr&gt;                
1 rail         lden   Diabetes EEA         major sources  inside agglomerations
# ℹ 1 more variable: threshold_name &lt;chr&gt;
# A tibble: 1 × 9
  noise_source metric outcome  data_source mapping_extend agglomeration        
  &lt;chr&gt;        &lt;chr&gt;  &lt;chr&gt;    &lt;chr&gt;       &lt;chr&gt;          &lt;chr&gt;                
1 rail         lden   Diabetes EEA         major sources  inside agglomerations
# ℹ 3 more variables: threshold_name &lt;chr&gt;, n &lt;int&gt;, expon &lt;dbl&gt;</a:t>
            </a:r>
          </a:p>
          <a:p>
            <a:pPr lvl="0" indent="0" marL="0">
              <a:buNone/>
            </a:pPr>
            <a:r>
              <a:rPr/>
              <a:t>The same for data provided directly from the Bundesländer; here starting only with those calculating the major sources.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1 × 7
  noise_source metric outcome           data_source mapping_extend agglomeration
  &lt;chr&gt;        &lt;chr&gt;  &lt;chr&gt;             &lt;chr&gt;       &lt;chr&gt;          &lt;chr&gt;        
1 road         lden   High noise annoy… Bundesland  different sou… inside agglo…
# ℹ 1 more variable: threshold_name &lt;chr&gt;
# A tibble: 1 × 9
  noise_source metric outcome           data_source mapping_extend agglomeration
  &lt;chr&gt;        &lt;chr&gt;  &lt;chr&gt;             &lt;chr&gt;       &lt;chr&gt;          &lt;chr&gt;        
1 road         lden   High noise annoy… Bundesland  different sou… inside agglo…
# ℹ 3 more variables: threshold_name &lt;chr&gt;, n &lt;int&gt;, expon &lt;dbl&gt;
# A tibble: 1 × 7
  noise_source metric outcome           data_source mapping_extend agglomeration
  &lt;chr&gt;        &lt;chr&gt;  &lt;chr&gt;             &lt;chr&gt;       &lt;chr&gt;          &lt;chr&gt;        
1 road         lden   High noise annoy… Bundesland  different sou… inside agglo…
# ℹ 1 more variable: threshold_name &lt;chr&gt;
# A tibble: 1 × 9
  noise_source metric outcome           data_source mapping_extend agglomeration
  &lt;chr&gt;        &lt;chr&gt;  &lt;chr&gt;             &lt;chr&gt;       &lt;chr&gt;          &lt;chr&gt;        
1 road         lden   High noise annoy… Bundesland  different sou… inside agglo…
# ℹ 3 more variables: threshold_name &lt;chr&gt;, n &lt;int&gt;, expon &lt;dbl&gt;
# A tibble: 1 × 7
  noise_source metric outcome           data_source mapping_extend agglomeration
  &lt;chr&gt;        &lt;chr&gt;  &lt;chr&gt;             &lt;chr&gt;       &lt;chr&gt;          &lt;chr&gt;        
1 road         lnight High sleep distu… Bundesland  different sou… inside agglo…
# ℹ 1 more variable: threshold_name &lt;chr&gt;
# A tibble: 1 × 9
  noise_source metric outcome           data_source mapping_extend agglomeration
  &lt;chr&gt;        &lt;chr&gt;  &lt;chr&gt;             &lt;chr&gt;       &lt;chr&gt;          &lt;chr&gt;        
1 road         lnight High sleep distu… Bundesland  different sou… inside agglo…
# ℹ 3 more variables: threshold_name &lt;chr&gt;, n &lt;int&gt;, expon &lt;dbl&gt;
# A tibble: 1 × 7
  noise_source metric outcome           data_source mapping_extend agglomeration
  &lt;chr&gt;        &lt;chr&gt;  &lt;chr&gt;             &lt;chr&gt;       &lt;chr&gt;          &lt;chr&gt;        
1 road         lnight High sleep distu… Bundesland  different sou… inside agglo…
# ℹ 1 more variable: threshold_name &lt;chr&gt;
# A tibble: 1 × 9
  noise_source metric outcome           data_source mapping_extend agglomeration
  &lt;chr&gt;        &lt;chr&gt;  &lt;chr&gt;             &lt;chr&gt;       &lt;chr&gt;          &lt;chr&gt;        
1 road         lnight High sleep distu… Bundesland  different sou… inside agglo…
# ℹ 3 more variables: threshold_name &lt;chr&gt;, n &lt;int&gt;, expon &lt;dbl&gt;
# A tibble: 1 × 7
  noise_source metric outcome           data_source mapping_extend agglomeration
  &lt;chr&gt;        &lt;chr&gt;  &lt;chr&gt;             &lt;chr&gt;       &lt;chr&gt;          &lt;chr&gt;        
1 road         lden   High noise annoy… Bundesland  major sources  outside aggl…
# ℹ 1 more variable: threshold_name &lt;chr&gt;
# A tibble: 1 × 9
  noise_source metric outcome           data_source mapping_extend agglomeration
  &lt;chr&gt;        &lt;chr&gt;  &lt;chr&gt;             &lt;chr&gt;       &lt;chr&gt;          &lt;chr&gt;        
1 road         lden   High noise annoy… Bundesland  major sources  outside aggl…
# ℹ 3 more variables: threshold_name &lt;chr&gt;, n &lt;int&gt;, expon &lt;dbl&gt;
# A tibble: 1 × 7
  noise_source metric outcome           data_source mapping_extend agglomeration
  &lt;chr&gt;        &lt;chr&gt;  &lt;chr&gt;             &lt;chr&gt;       &lt;chr&gt;          &lt;chr&gt;        
1 road         lden   High noise annoy… Bundesland  major sources  outside aggl…
# ℹ 1 more variable: threshold_name &lt;chr&gt;
# A tibble: 1 × 9
  noise_source metric outcome           data_source mapping_extend agglomeration
  &lt;chr&gt;        &lt;chr&gt;  &lt;chr&gt;             &lt;chr&gt;       &lt;chr&gt;          &lt;chr&gt;        
1 road         lden   High noise annoy… Bundesland  major sources  outside aggl…
# ℹ 3 more variables: threshold_name &lt;chr&gt;, n &lt;int&gt;, expon &lt;dbl&gt;
# A tibble: 1 × 7
  noise_source metric outcome           data_source mapping_extend agglomeration
  &lt;chr&gt;        &lt;chr&gt;  &lt;chr&gt;             &lt;chr&gt;       &lt;chr&gt;          &lt;chr&gt;        
1 road         lnight High sleep distu… Bundesland  major sources  outside aggl…
# ℹ 1 more variable: threshold_name &lt;chr&gt;
# A tibble: 1 × 9
  noise_source metric outcome           data_source mapping_extend agglomeration
  &lt;chr&gt;        &lt;chr&gt;  &lt;chr&gt;             &lt;chr&gt;       &lt;chr&gt;          &lt;chr&gt;        
1 road         lnight High sleep distu… Bundesland  major sources  outside aggl…
# ℹ 3 more variables: threshold_name &lt;chr&gt;, n &lt;int&gt;, expon &lt;dbl&gt;
# A tibble: 1 × 7
  noise_source metric outcome           data_source mapping_extend agglomeration
  &lt;chr&gt;        &lt;chr&gt;  &lt;chr&gt;             &lt;chr&gt;       &lt;chr&gt;          &lt;chr&gt;        
1 road         lnight High sleep distu… Bundesland  major sources  outside aggl…
# ℹ 1 more variable: threshold_name &lt;chr&gt;
# A tibble: 1 × 9
  noise_source metric outcome           data_source mapping_extend agglomeration
  &lt;chr&gt;        &lt;chr&gt;  &lt;chr&gt;             &lt;chr&gt;       &lt;chr&gt;          &lt;chr&gt;        
1 road         lnight High sleep distu… Bundesland  major sources  outside aggl…
# ℹ 3 more variables: threshold_name &lt;chr&gt;, n &lt;int&gt;, expon &lt;dbl&gt;
# A tibble: 1 × 7
  noise_source metric outcome           data_source mapping_extend agglomeration
  &lt;chr&gt;        &lt;chr&gt;  &lt;chr&gt;             &lt;chr&gt;       &lt;chr&gt;          &lt;chr&gt;        
1 air          lden   High noise annoy… Bundesland  major sources  inside agglo…
# ℹ 1 more variable: threshold_name &lt;chr&gt;
# A tibble: 1 × 9
  noise_source metric outcome           data_source mapping_extend agglomeration
  &lt;chr&gt;        &lt;chr&gt;  &lt;chr&gt;             &lt;chr&gt;       &lt;chr&gt;          &lt;chr&gt;        
1 air          lden   High noise annoy… Bundesland  major sources  inside agglo…
# ℹ 3 more variables: threshold_name &lt;chr&gt;, n &lt;int&gt;, expon &lt;dbl&gt;
# A tibble: 1 × 7
  noise_source metric outcome           data_source mapping_extend agglomeration
  &lt;chr&gt;        &lt;chr&gt;  &lt;chr&gt;             &lt;chr&gt;       &lt;chr&gt;          &lt;chr&gt;        
1 air          lden   High noise annoy… Bundesland  major sources  inside agglo…
# ℹ 1 more variable: threshold_name &lt;chr&gt;
# A tibble: 1 × 9
  noise_source metric outcome           data_source mapping_extend agglomeration
  &lt;chr&gt;        &lt;chr&gt;  &lt;chr&gt;             &lt;chr&gt;       &lt;chr&gt;          &lt;chr&gt;        
1 air          lden   High noise annoy… Bundesland  major sources  inside agglo…
# ℹ 3 more variables: threshold_name &lt;chr&gt;, n &lt;int&gt;, expon &lt;dbl&gt;
# A tibble: 1 × 7
  noise_source metric outcome           data_source mapping_extend agglomeration
  &lt;chr&gt;        &lt;chr&gt;  &lt;chr&gt;             &lt;chr&gt;       &lt;chr&gt;          &lt;chr&gt;        
1 air          lden   Reading Comprehe… Bundesland  major sources  inside agglo…
# ℹ 1 more variable: threshold_name &lt;chr&gt;
# A tibble: 1 × 9
  noise_source metric outcome           data_source mapping_extend agglomeration
  &lt;chr&gt;        &lt;chr&gt;  &lt;chr&gt;             &lt;chr&gt;       &lt;chr&gt;          &lt;chr&gt;        
1 air          lden   Reading Comprehe… Bundesland  major sources  inside agglo…
# ℹ 3 more variables: threshold_name &lt;chr&gt;, n &lt;int&gt;, expon &lt;dbl&gt;
# A tibble: 1 × 7
  noise_source metric outcome           data_source mapping_extend agglomeration
  &lt;chr&gt;        &lt;chr&gt;  &lt;chr&gt;             &lt;chr&gt;       &lt;chr&gt;          &lt;chr&gt;        
1 air          lden   Reading Comprehe… Bundesland  major sources  inside agglo…
# ℹ 1 more variable: threshold_name &lt;chr&gt;
# A tibble: 1 × 9
  noise_source metric outcome           data_source mapping_extend agglomeration
  &lt;chr&gt;        &lt;chr&gt;  &lt;chr&gt;             &lt;chr&gt;       &lt;chr&gt;          &lt;chr&gt;        
1 air          lden   Reading Comprehe… Bundesland  major sources  inside agglo…
# ℹ 3 more variables: threshold_name &lt;chr&gt;, n &lt;int&gt;, expon &lt;dbl&gt;
# A tibble: 1 × 7
  noise_source metric outcome           data_source mapping_extend agglomeration
  &lt;chr&gt;        &lt;chr&gt;  &lt;chr&gt;             &lt;chr&gt;       &lt;chr&gt;          &lt;chr&gt;        
1 air          lnight High sleep distu… Bundesland  major sources  inside agglo…
# ℹ 1 more variable: threshold_name &lt;chr&gt;
# A tibble: 1 × 9
  noise_source metric outcome           data_source mapping_extend agglomeration
  &lt;chr&gt;        &lt;chr&gt;  &lt;chr&gt;             &lt;chr&gt;       &lt;chr&gt;          &lt;chr&gt;        
1 air          lnight High sleep distu… Bundesland  major sources  inside agglo…
# ℹ 3 more variables: threshold_name &lt;chr&gt;, n &lt;int&gt;, expon &lt;dbl&gt;
# A tibble: 1 × 7
  noise_source metric outcome           data_source mapping_extend agglomeration
  &lt;chr&gt;        &lt;chr&gt;  &lt;chr&gt;             &lt;chr&gt;       &lt;chr&gt;          &lt;chr&gt;        
1 air          lnight High sleep distu… Bundesland  major sources  inside agglo…
# ℹ 1 more variable: threshold_name &lt;chr&gt;
# A tibble: 1 × 9
  noise_source metric outcome           data_source mapping_extend agglomeration
  &lt;chr&gt;        &lt;chr&gt;  &lt;chr&gt;             &lt;chr&gt;       &lt;chr&gt;          &lt;chr&gt;        
1 air          lnight High sleep distu… Bundesland  major sources  inside agglo…
# ℹ 3 more variables: threshold_name &lt;chr&gt;, n &lt;int&gt;, expon &lt;dbl&gt;
# A tibble: 1 × 7
  noise_source metric outcome           data_source mapping_extend agglomeration
  &lt;chr&gt;        &lt;chr&gt;  &lt;chr&gt;             &lt;chr&gt;       &lt;chr&gt;          &lt;chr&gt;        
1 air          lden   High noise annoy… Bundesland  major sources  outside aggl…
# ℹ 1 more variable: threshold_name &lt;chr&gt;
# A tibble: 1 × 9
  noise_source metric outcome           data_source mapping_extend agglomeration
  &lt;chr&gt;        &lt;chr&gt;  &lt;chr&gt;             &lt;chr&gt;       &lt;chr&gt;          &lt;chr&gt;        
1 air          lden   High noise annoy… Bundesland  major sources  outside aggl…
# ℹ 3 more variables: threshold_name &lt;chr&gt;, n &lt;int&gt;, expon &lt;dbl&gt;
# A tibble: 1 × 7
  noise_source metric outcome           data_source mapping_extend agglomeration
  &lt;chr&gt;        &lt;chr&gt;  &lt;chr&gt;             &lt;chr&gt;       &lt;chr&gt;          &lt;chr&gt;        
1 air          lden   High noise annoy… Bundesland  major sources  outside aggl…
# ℹ 1 more variable: threshold_name &lt;chr&gt;
# A tibble: 1 × 9
  noise_source metric outcome           data_source mapping_extend agglomeration
  &lt;chr&gt;        &lt;chr&gt;  &lt;chr&gt;             &lt;chr&gt;       &lt;chr&gt;          &lt;chr&gt;        
1 air          lden   High noise annoy… Bundesland  major sources  outside aggl…
# ℹ 3 more variables: threshold_name &lt;chr&gt;, n &lt;int&gt;, expon &lt;dbl&gt;
# A tibble: 1 × 7
  noise_source metric outcome           data_source mapping_extend agglomeration
  &lt;chr&gt;        &lt;chr&gt;  &lt;chr&gt;             &lt;chr&gt;       &lt;chr&gt;          &lt;chr&gt;        
1 air          lden   Reading Comprehe… Bundesland  major sources  outside aggl…
# ℹ 1 more variable: threshold_name &lt;chr&gt;
# A tibble: 1 × 9
  noise_source metric outcome           data_source mapping_extend agglomeration
  &lt;chr&gt;        &lt;chr&gt;  &lt;chr&gt;             &lt;chr&gt;       &lt;chr&gt;          &lt;chr&gt;        
1 air          lden   Reading Comprehe… Bundesland  major sources  outside aggl…
# ℹ 3 more variables: threshold_name &lt;chr&gt;, n &lt;int&gt;, expon &lt;dbl&gt;
# A tibble: 1 × 7
  noise_source metric outcome           data_source mapping_extend agglomeration
  &lt;chr&gt;        &lt;chr&gt;  &lt;chr&gt;             &lt;chr&gt;       &lt;chr&gt;          &lt;chr&gt;        
1 air          lden   Reading Comprehe… Bundesland  major sources  outside aggl…
# ℹ 1 more variable: threshold_name &lt;chr&gt;
# A tibble: 1 × 9
  noise_source metric outcome           data_source mapping_extend agglomeration
  &lt;chr&gt;        &lt;chr&gt;  &lt;chr&gt;             &lt;chr&gt;       &lt;chr&gt;          &lt;chr&gt;        
1 air          lden   Reading Comprehe… Bundesland  major sources  outside aggl…
# ℹ 3 more variables: threshold_name &lt;chr&gt;, n &lt;int&gt;, expon &lt;dbl&gt;
# A tibble: 1 × 7
  noise_source metric outcome           data_source mapping_extend agglomeration
  &lt;chr&gt;        &lt;chr&gt;  &lt;chr&gt;             &lt;chr&gt;       &lt;chr&gt;          &lt;chr&gt;        
1 air          lnight High sleep distu… Bundesland  major sources  outside aggl…
# ℹ 1 more variable: threshold_name &lt;chr&gt;
# A tibble: 1 × 9
  noise_source metric outcome           data_source mapping_extend agglomeration
  &lt;chr&gt;        &lt;chr&gt;  &lt;chr&gt;             &lt;chr&gt;       &lt;chr&gt;          &lt;chr&gt;        
1 air          lnight High sleep distu… Bundesland  major sources  outside aggl…
# ℹ 3 more variables: threshold_name &lt;chr&gt;, n &lt;int&gt;, expon &lt;dbl&gt;
# A tibble: 1 × 7
  noise_source metric outcome           data_source mapping_extend agglomeration
  &lt;chr&gt;        &lt;chr&gt;  &lt;chr&gt;             &lt;chr&gt;       &lt;chr&gt;          &lt;chr&gt;        
1 air          lnight High sleep distu… Bundesland  major sources  outside aggl…
# ℹ 1 more variable: threshold_name &lt;chr&gt;
# A tibble: 1 × 9
  noise_source metric outcome           data_source mapping_extend agglomeration
  &lt;chr&gt;        &lt;chr&gt;  &lt;chr&gt;             &lt;chr&gt;       &lt;chr&gt;          &lt;chr&gt;        
1 air          lnight High sleep distu… Bundesland  major sources  outside aggl…
# ℹ 3 more variables: threshold_name &lt;chr&gt;, n &lt;int&gt;, expon &lt;dbl&gt;
# A tibble: 1 × 7
  noise_source metric outcome           data_source mapping_extend agglomeration
  &lt;chr&gt;        &lt;chr&gt;  &lt;chr&gt;             &lt;chr&gt;       &lt;chr&gt;          &lt;chr&gt;        
1 industry     lden   High noise annoy… Bundesland  different sou… inside agglo…
# ℹ 1 more variable: threshold_name &lt;chr&gt;
# A tibble: 1 × 9
  noise_source metric outcome           data_source mapping_extend agglomeration
  &lt;chr&gt;        &lt;chr&gt;  &lt;chr&gt;             &lt;chr&gt;       &lt;chr&gt;          &lt;chr&gt;        
1 industry     lden   High noise annoy… Bundesland  different sou… inside agglo…
# ℹ 3 more variables: threshold_name &lt;chr&gt;, n &lt;int&gt;, expon &lt;dbl&gt;
# A tibble: 1 × 7
  noise_source metric outcome           data_source mapping_extend agglomeration
  &lt;chr&gt;        &lt;chr&gt;  &lt;chr&gt;             &lt;chr&gt;       &lt;chr&gt;          &lt;chr&gt;        
1 industry     lden   High noise annoy… Bundesland  different sou… inside agglo…
# ℹ 1 more variable: threshold_name &lt;chr&gt;
# A tibble: 1 × 9
  noise_source metric outcome           data_source mapping_extend agglomeration
  &lt;chr&gt;        &lt;chr&gt;  &lt;chr&gt;             &lt;chr&gt;       &lt;chr&gt;          &lt;chr&gt;        
1 industry     lden   High noise annoy… Bundesland  different sou… inside agglo…
# ℹ 3 more variables: threshold_name &lt;chr&gt;, n &lt;int&gt;, expon &lt;dbl&gt;
# A tibble: 1 × 7
  noise_source metric outcome           data_source mapping_extend agglomeration
  &lt;chr&gt;        &lt;chr&gt;  &lt;chr&gt;             &lt;chr&gt;       &lt;chr&gt;          &lt;chr&gt;        
1 industry     lnight High sleep distu… Bundesland  different sou… inside agglo…
# ℹ 1 more variable: threshold_name &lt;chr&gt;
# A tibble: 1 × 9
  noise_source metric outcome           data_source mapping_extend agglomeration
  &lt;chr&gt;        &lt;chr&gt;  &lt;chr&gt;             &lt;chr&gt;       &lt;chr&gt;          &lt;chr&gt;        
1 industry     lnight High sleep distu… Bundesland  different sou… inside agglo…
# ℹ 3 more variables: threshold_name &lt;chr&gt;, n &lt;int&gt;, expon &lt;dbl&gt;
# A tibble: 1 × 7
  noise_source metric outcome           data_source mapping_extend agglomeration
  &lt;chr&gt;        &lt;chr&gt;  &lt;chr&gt;             &lt;chr&gt;       &lt;chr&gt;          &lt;chr&gt;        
1 industry     lnight High sleep distu… Bundesland  different sou… inside agglo…
# ℹ 1 more variable: threshold_name &lt;chr&gt;
# A tibble: 1 × 9
  noise_source metric outcome           data_source mapping_extend agglomeration
  &lt;chr&gt;        &lt;chr&gt;  &lt;chr&gt;             &lt;chr&gt;       &lt;chr&gt;          &lt;chr&gt;        
1 industry     lnight High sleep distu… Bundesland  different sou… inside agglo…
# ℹ 3 more variables: threshold_name &lt;chr&gt;, n &lt;int&gt;, expon &lt;dbl&gt;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1 × 7
  noise_source metric outcome           data_source mapping_extend agglomeration
  &lt;chr&gt;        &lt;chr&gt;  &lt;chr&gt;             &lt;chr&gt;       &lt;chr&gt;          &lt;chr&gt;        
1 air          lden   All-cause mortal… Bundesland  major sources  inside agglo…
# ℹ 1 more variable: threshold_name &lt;chr&gt;
# A tibble: 1 × 9
  noise_source metric outcome           data_source mapping_extend agglomeration
  &lt;chr&gt;        &lt;chr&gt;  &lt;chr&gt;             &lt;chr&gt;       &lt;chr&gt;          &lt;chr&gt;        
1 air          lden   All-cause mortal… Bundesland  major sources  inside agglo…
# ℹ 3 more variables: threshold_name &lt;chr&gt;, n &lt;int&gt;, expon &lt;dbl&gt;
# A tibble: 1 × 7
  noise_source metric outcome           data_source mapping_extend agglomeration
  &lt;chr&gt;        &lt;chr&gt;  &lt;chr&gt;             &lt;chr&gt;       &lt;chr&gt;          &lt;chr&gt;        
1 air          lden   All-cause mortal… Bundesland  major sources  inside agglo…
# ℹ 1 more variable: threshold_name &lt;chr&gt;
# A tibble: 1 × 9
  noise_source metric outcome           data_source mapping_extend agglomeration
  &lt;chr&gt;        &lt;chr&gt;  &lt;chr&gt;             &lt;chr&gt;       &lt;chr&gt;          &lt;chr&gt;        
1 air          lden   All-cause mortal… Bundesland  major sources  inside agglo…
# ℹ 3 more variables: threshold_name &lt;chr&gt;, n &lt;int&gt;, expon &lt;dbl&gt;
# A tibble: 1 × 7
  noise_source metric outcome           data_source mapping_extend agglomeration
  &lt;chr&gt;        &lt;chr&gt;  &lt;chr&gt;             &lt;chr&gt;       &lt;chr&gt;          &lt;chr&gt;        
1 air          lden   Cardiovascular d… Bundesland  major sources  inside agglo…
# ℹ 1 more variable: threshold_name &lt;chr&gt;
# A tibble: 1 × 9
  noise_source metric outcome           data_source mapping_extend agglomeration
  &lt;chr&gt;        &lt;chr&gt;  &lt;chr&gt;             &lt;chr&gt;       &lt;chr&gt;          &lt;chr&gt;        
1 air          lden   Cardiovascular d… Bundesland  major sources  inside agglo…
# ℹ 3 more variables: threshold_name &lt;chr&gt;, n &lt;int&gt;, expon &lt;dbl&gt;
# A tibble: 1 × 7
  noise_source metric outcome           data_source mapping_extend agglomeration
  &lt;chr&gt;        &lt;chr&gt;  &lt;chr&gt;             &lt;chr&gt;       &lt;chr&gt;          &lt;chr&gt;        
1 air          lden   Cardiovascular d… Bundesland  major sources  inside agglo…
# ℹ 1 more variable: threshold_name &lt;chr&gt;
# A tibble: 1 × 9
  noise_source metric outcome           data_source mapping_extend agglomeration
  &lt;chr&gt;        &lt;chr&gt;  &lt;chr&gt;             &lt;chr&gt;       &lt;chr&gt;          &lt;chr&gt;        
1 air          lden   Cardiovascular d… Bundesland  major sources  inside agglo…
# ℹ 3 more variables: threshold_name &lt;chr&gt;, n &lt;int&gt;, expon &lt;dbl&gt;
# A tibble: 1 × 7
  noise_source metric outcome  data_source mapping_extend agglomeration        
  &lt;chr&gt;        &lt;chr&gt;  &lt;chr&gt;    &lt;chr&gt;       &lt;chr&gt;          &lt;chr&gt;                
1 air          lden   Diabetes Bundesland  major sources  inside agglomerations
# ℹ 1 more variable: threshold_name &lt;chr&gt;
# A tibble: 1 × 9
  noise_source metric outcome  data_source mapping_extend agglomeration        
  &lt;chr&gt;        &lt;chr&gt;  &lt;chr&gt;    &lt;chr&gt;       &lt;chr&gt;          &lt;chr&gt;                
1 air          lden   Diabetes Bundesland  major sources  inside agglomerations
# ℹ 3 more variables: threshold_name &lt;chr&gt;, n &lt;int&gt;, expon &lt;dbl&gt;
# A tibble: 1 × 7
  noise_source metric outcome  data_source mapping_extend agglomeration        
  &lt;chr&gt;        &lt;chr&gt;  &lt;chr&gt;    &lt;chr&gt;       &lt;chr&gt;          &lt;chr&gt;                
1 air          lden   Diabetes Bundesland  major sources  inside agglomerations
# ℹ 1 more variable: threshold_name &lt;chr&gt;
# A tibble: 1 × 9
  noise_source metric outcome  data_source mapping_extend agglomeration        
  &lt;chr&gt;        &lt;chr&gt;  &lt;chr&gt;    &lt;chr&gt;       &lt;chr&gt;          &lt;chr&gt;                
1 air          lden   Diabetes Bundesland  major sources  inside agglomerations
# ℹ 3 more variables: threshold_name &lt;chr&gt;, n &lt;int&gt;, expon &lt;dbl&gt;
# A tibble: 1 × 7
  noise_source metric outcome           data_source mapping_extend agglomeration
  &lt;chr&gt;        &lt;chr&gt;  &lt;chr&gt;             &lt;chr&gt;       &lt;chr&gt;          &lt;chr&gt;        
1 air          lden   All-cause mortal… Bundesland  major sources  outside aggl…
# ℹ 1 more variable: threshold_name &lt;chr&gt;
# A tibble: 1 × 9
  noise_source metric outcome           data_source mapping_extend agglomeration
  &lt;chr&gt;        &lt;chr&gt;  &lt;chr&gt;             &lt;chr&gt;       &lt;chr&gt;          &lt;chr&gt;        
1 air          lden   All-cause mortal… Bundesland  major sources  outside aggl…
# ℹ 3 more variables: threshold_name &lt;chr&gt;, n &lt;int&gt;, expon &lt;dbl&gt;
# A tibble: 1 × 7
  noise_source metric outcome           data_source mapping_extend agglomeration
  &lt;chr&gt;        &lt;chr&gt;  &lt;chr&gt;             &lt;chr&gt;       &lt;chr&gt;          &lt;chr&gt;        
1 air          lden   All-cause mortal… Bundesland  major sources  outside aggl…
# ℹ 1 more variable: threshold_name &lt;chr&gt;
# A tibble: 1 × 9
  noise_source metric outcome           data_source mapping_extend agglomeration
  &lt;chr&gt;        &lt;chr&gt;  &lt;chr&gt;             &lt;chr&gt;       &lt;chr&gt;          &lt;chr&gt;        
1 air          lden   All-cause mortal… Bundesland  major sources  outside aggl…
# ℹ 3 more variables: threshold_name &lt;chr&gt;, n &lt;int&gt;, expon &lt;dbl&gt;
# A tibble: 1 × 7
  noise_source metric outcome           data_source mapping_extend agglomeration
  &lt;chr&gt;        &lt;chr&gt;  &lt;chr&gt;             &lt;chr&gt;       &lt;chr&gt;          &lt;chr&gt;        
1 air          lden   Cardiovascular d… Bundesland  major sources  outside aggl…
# ℹ 1 more variable: threshold_name &lt;chr&gt;
# A tibble: 1 × 9
  noise_source metric outcome           data_source mapping_extend agglomeration
  &lt;chr&gt;        &lt;chr&gt;  &lt;chr&gt;             &lt;chr&gt;       &lt;chr&gt;          &lt;chr&gt;        
1 air          lden   Cardiovascular d… Bundesland  major sources  outside aggl…
# ℹ 3 more variables: threshold_name &lt;chr&gt;, n &lt;int&gt;, expon &lt;dbl&gt;
# A tibble: 1 × 7
  noise_source metric outcome           data_source mapping_extend agglomeration
  &lt;chr&gt;        &lt;chr&gt;  &lt;chr&gt;             &lt;chr&gt;       &lt;chr&gt;          &lt;chr&gt;        
1 air          lden   Cardiovascular d… Bundesland  major sources  outside aggl…
# ℹ 1 more variable: threshold_name &lt;chr&gt;
# A tibble: 1 × 9
  noise_source metric outcome           data_source mapping_extend agglomeration
  &lt;chr&gt;        &lt;chr&gt;  &lt;chr&gt;             &lt;chr&gt;       &lt;chr&gt;          &lt;chr&gt;        
1 air          lden   Cardiovascular d… Bundesland  major sources  outside aggl…
# ℹ 3 more variables: threshold_name &lt;chr&gt;, n &lt;int&gt;, expon &lt;dbl&gt;
# A tibble: 1 × 7
  noise_source metric outcome  data_source mapping_extend agglomeration         
  &lt;chr&gt;        &lt;chr&gt;  &lt;chr&gt;    &lt;chr&gt;       &lt;chr&gt;          &lt;chr&gt;                 
1 air          lden   Diabetes Bundesland  major sources  outside agglomerations
# ℹ 1 more variable: threshold_name &lt;chr&gt;
# A tibble: 1 × 9
  noise_source metric outcome  data_source mapping_extend agglomeration         
  &lt;chr&gt;        &lt;chr&gt;  &lt;chr&gt;    &lt;chr&gt;       &lt;chr&gt;          &lt;chr&gt;                 
1 air          lden   Diabetes Bundesland  major sources  outside agglomerations
# ℹ 3 more variables: threshold_name &lt;chr&gt;, n &lt;int&gt;, expon &lt;dbl&gt;
# A tibble: 1 × 7
  noise_source metric outcome  data_source mapping_extend agglomeration         
  &lt;chr&gt;        &lt;chr&gt;  &lt;chr&gt;    &lt;chr&gt;       &lt;chr&gt;          &lt;chr&gt;                 
1 air          lden   Diabetes Bundesland  major sources  outside agglomerations
# ℹ 1 more variable: threshold_name &lt;chr&gt;
# A tibble: 1 × 9
  noise_source metric outcome  data_source mapping_extend agglomeration         
  &lt;chr&gt;        &lt;chr&gt;  &lt;chr&gt;    &lt;chr&gt;       &lt;chr&gt;          &lt;chr&gt;                 
1 air          lden   Diabetes Bundesland  major sources  outside agglomerations
# ℹ 3 more variables: threshold_name &lt;chr&gt;, n &lt;int&gt;, expon &lt;dbl&gt;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Visualisierungen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Lärmbelastung in Hessen nach Kreisen</a:t>
            </a:r>
          </a:p>
        </p:txBody>
      </p:sp>
      <p:pic>
        <p:nvPicPr>
          <p:cNvPr descr="03_burden_calculations_files/figure-pptx/plot-exposure-hessen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Gesundheitsauswirkungen in Regionen</a:t>
            </a:r>
          </a:p>
        </p:txBody>
      </p:sp>
      <p:pic>
        <p:nvPicPr>
          <p:cNvPr descr="03_burden_calculations_files/figure-pptx/fig-ballungsraeume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89100" y="1193800"/>
            <a:ext cx="5765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Figure 2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3_burden_calculations_files/figure-pptx/plotKAGZRM_burden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8300"/>
                <a:gridCol w="1638300"/>
                <a:gridCol w="1638300"/>
                <a:gridCol w="1638300"/>
                <a:gridCol w="16383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noise_source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outcome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agglomeration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DALY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avg_paf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 noise annoyance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inside agglomerations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58479.0454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 sleep disturbance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inside agglomerations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14037.4817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air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 noise annoyance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inside agglomerations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5401.1530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air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Reading Comprehension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inside agglomerations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128.3879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air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 sleep disturbance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inside agglomerations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992.4566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rail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 noise annoyance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inside agglomerations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12889.2263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rail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 sleep disturbance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inside agglomerations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5244.3184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industry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 noise annoyance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inside agglomerations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-1458.6329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industry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 sleep disturbance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inside agglomerations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-489.2847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All-cause mortality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inside agglomerations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1136681.0796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0.0635209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Cardiovascular disease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inside agglomerations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37902.8917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0.0378705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IHD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inside agglomerations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3854.8465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0.0694668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Diabetes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inside agglomerations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36427.2549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0.0710834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air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All-cause mortality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inside agglomerations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321728.9805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0.0395631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air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Cardiovascular disease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inside agglomerations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10707.3871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0.0235473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air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Diabetes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inside agglomerations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10316.4491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0.0442958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rail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All-cause mortality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inside agglomerations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939292.4477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0.0523176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rail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Cardiovascular disease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inside agglomerations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31275.8697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0.0311544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rail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Diabetes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inside agglomerations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30114.5671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0.0585672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Engelmann, Nicole, Núria Blanes Guàrdia, Jaume Fons Esteve, Danielle Vienneau, Martin Röösli, and Eulalia Peris. 2025. </a:t>
            </a:r>
            <a:r>
              <a:rPr i="1"/>
              <a:t>Environmental Noise Health Risk Assessment: Methodology for Assessing Health Risks Using Data Reported Under the Environmental Noise Directive. ETC HE Report 2023/11.</a:t>
            </a:r>
            <a:r>
              <a:rPr/>
              <a:t> </a:t>
            </a:r>
            <a:r>
              <a:rPr>
                <a:hlinkClick r:id="rId2"/>
              </a:rPr>
              <a:t>https://doi.org/10.5281/ZENODO.15641306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Engelmann, Nicole, Xing Jiang, Núria Blanes Guàrdia, Danielle Vienneau, and Martin Röösli. 2025. </a:t>
            </a:r>
            <a:r>
              <a:rPr i="1"/>
              <a:t>Health Effects of Transportation Noise for Children and Adolescents: An Umbrella Review and Burden of Disease Estimation. ETC HE Report 2024/11.</a:t>
            </a:r>
            <a:r>
              <a:rPr/>
              <a:t> </a:t>
            </a:r>
            <a:r>
              <a:rPr>
                <a:hlinkClick r:id="rId3"/>
              </a:rPr>
              <a:t>https://doi.org/10.5281/ZENODO.14892796</a:t>
            </a:r>
            <a:r>
              <a:rPr/>
              <a:t>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Krankheitslast durch Umgebungslärm in Deutschland</dc:title>
  <dc:creator>Matthias Lochmann</dc:creator>
  <cp:keywords/>
  <dcterms:created xsi:type="dcterms:W3CDTF">2026-09-23T14:23:54Z</dcterms:created>
  <dcterms:modified xsi:type="dcterms:W3CDTF">2026-09-23T14:23:54Z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ibliography">
    <vt:lpwstr>references.bib</vt:lpwstr>
  </property>
  <property fmtid="{D5CDD505-2E9C-101B-9397-08002B2CF9AE}" pid="5" name="by-author">
    <vt:lpwstr/>
  </property>
  <property fmtid="{D5CDD505-2E9C-101B-9397-08002B2CF9AE}" pid="6" name="engines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toc-title">
    <vt:lpwstr>Table of contents</vt:lpwstr>
  </property>
</Properties>
</file>