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Deutschland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"/>
                <a:gridCol w="660400"/>
                <a:gridCol w="990600"/>
                <a:gridCol w="1257300"/>
                <a:gridCol w="11557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132400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1882700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935700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7 × 3
  outcome                source metric
  &lt;chr&gt;                  &lt;chr&gt;  &lt;chr&gt; 
1 High noise annoyance   road   lden  
2 High sleep disturbance road   lnight
3 High noise annoyance   air    lden  
4 Reading Comprehension  air    lden  
5 High sleep disturbance air    lnight
6 High noise annoyance   rail   lden  
7 High sleep disturbance rail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rail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7 × 3
  outcome                source   metric
  &lt;chr&gt;                  &lt;chr&gt;    &lt;chr&gt; 
1 High noise annoyance   road     lden  
2 High sleep disturbance road     lnight
3 High noise annoyance   air      lden  
4 Reading Comprehension  air      lden  
5 High sleep disturbance air      lnight
6 High noise annoyance   industry lden  
7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03_burden_calculations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03_burden_calculations_files/figure-pptx/plot-exposure-kreis-g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3 × 2
  outcome                  DALY
  &lt;chr&gt;                   &lt;dbl&gt;
1 High noise annoyance   28198.
2 High sleep disturbance  7467.
3 Reading Comprehension    355.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Deutschland</dc:title>
  <dc:creator>Matthias Lochmann</dc:creator>
  <cp:keywords/>
  <dcterms:created xsi:type="dcterms:W3CDTF">2026-05-06T12:59:20Z</dcterms:created>
  <dcterms:modified xsi:type="dcterms:W3CDTF">2026-05-06T12:59:20Z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